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8" r:id="rId2"/>
    <p:sldId id="337" r:id="rId3"/>
    <p:sldId id="313" r:id="rId4"/>
    <p:sldId id="326" r:id="rId5"/>
    <p:sldId id="329" r:id="rId6"/>
    <p:sldId id="330" r:id="rId7"/>
    <p:sldId id="334" r:id="rId8"/>
    <p:sldId id="335" r:id="rId9"/>
    <p:sldId id="336" r:id="rId10"/>
    <p:sldId id="266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835E2-EBCE-4C63-B02E-B01A34A60104}" v="2" dt="2024-11-26T05:42:26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Govil" userId="a9719a31b8046b64" providerId="LiveId" clId="{258835E2-EBCE-4C63-B02E-B01A34A60104}"/>
    <pc:docChg chg="custSel addSld delSld modSld">
      <pc:chgData name="Nikhil Govil" userId="a9719a31b8046b64" providerId="LiveId" clId="{258835E2-EBCE-4C63-B02E-B01A34A60104}" dt="2024-11-26T05:42:44.641" v="25" actId="47"/>
      <pc:docMkLst>
        <pc:docMk/>
      </pc:docMkLst>
      <pc:sldChg chg="delSp del mod">
        <pc:chgData name="Nikhil Govil" userId="a9719a31b8046b64" providerId="LiveId" clId="{258835E2-EBCE-4C63-B02E-B01A34A60104}" dt="2024-11-26T05:42:44.641" v="25" actId="47"/>
        <pc:sldMkLst>
          <pc:docMk/>
          <pc:sldMk cId="2864408307" sldId="256"/>
        </pc:sldMkLst>
        <pc:picChg chg="del">
          <ac:chgData name="Nikhil Govil" userId="a9719a31b8046b64" providerId="LiveId" clId="{258835E2-EBCE-4C63-B02E-B01A34A60104}" dt="2024-11-26T05:42:24.245" v="18" actId="21"/>
          <ac:picMkLst>
            <pc:docMk/>
            <pc:sldMk cId="2864408307" sldId="256"/>
            <ac:picMk id="2" creationId="{00000000-0000-0000-0000-000000000000}"/>
          </ac:picMkLst>
        </pc:picChg>
      </pc:sldChg>
      <pc:sldChg chg="addSp delSp modSp add mod">
        <pc:chgData name="Nikhil Govil" userId="a9719a31b8046b64" providerId="LiveId" clId="{258835E2-EBCE-4C63-B02E-B01A34A60104}" dt="2024-11-26T05:42:42.831" v="24" actId="1076"/>
        <pc:sldMkLst>
          <pc:docMk/>
          <pc:sldMk cId="1681087341" sldId="298"/>
        </pc:sldMkLst>
        <pc:spChg chg="mod">
          <ac:chgData name="Nikhil Govil" userId="a9719a31b8046b64" providerId="LiveId" clId="{258835E2-EBCE-4C63-B02E-B01A34A60104}" dt="2024-11-26T05:42:19.732" v="16" actId="20577"/>
          <ac:spMkLst>
            <pc:docMk/>
            <pc:sldMk cId="1681087341" sldId="298"/>
            <ac:spMk id="3" creationId="{00000000-0000-0000-0000-000000000000}"/>
          </ac:spMkLst>
        </pc:spChg>
        <pc:picChg chg="add mod">
          <ac:chgData name="Nikhil Govil" userId="a9719a31b8046b64" providerId="LiveId" clId="{258835E2-EBCE-4C63-B02E-B01A34A60104}" dt="2024-11-26T05:42:42.831" v="24" actId="1076"/>
          <ac:picMkLst>
            <pc:docMk/>
            <pc:sldMk cId="1681087341" sldId="298"/>
            <ac:picMk id="2" creationId="{00000000-0000-0000-0000-000000000000}"/>
          </ac:picMkLst>
        </pc:picChg>
        <pc:picChg chg="del">
          <ac:chgData name="Nikhil Govil" userId="a9719a31b8046b64" providerId="LiveId" clId="{258835E2-EBCE-4C63-B02E-B01A34A60104}" dt="2024-11-26T05:42:22.153" v="17" actId="478"/>
          <ac:picMkLst>
            <pc:docMk/>
            <pc:sldMk cId="1681087341" sldId="298"/>
            <ac:picMk id="4" creationId="{BE1CEE78-27FD-349F-E28C-49EEE69AF3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41365" y="2492467"/>
            <a:ext cx="6773725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Refactoring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56228" y="1786955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8" y="109031"/>
            <a:ext cx="2909443" cy="16543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92" y="3174401"/>
            <a:ext cx="4304269" cy="233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to be covered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49584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refactor a code?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code refactoring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is the process of restructuring existing computer code without changing its external behavior.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refactoring new code is not developed rather improvement of the existing code is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focussed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improves non functional attributes of the software.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include improved code readability and reduced complexity to improve source code maintainability, and create a more expressive internal architecture or object model to improve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92795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Refactor a Code? 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may be some stereo-typical situations where program code should be improved. Such situations are known as Code Smells. Some of them are: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Code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Case Statements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Clumping &amp;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Generality.</a:t>
            </a:r>
          </a:p>
        </p:txBody>
      </p:sp>
    </p:spTree>
    <p:extLst>
      <p:ext uri="{BB962C8B-B14F-4D97-AF65-F5344CB8AC3E}">
        <p14:creationId xmlns:p14="http://schemas.microsoft.com/office/powerpoint/2010/main" val="340744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Code Refactoring 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1237877"/>
            <a:ext cx="8037871" cy="5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Code Refactoring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209641"/>
            <a:ext cx="10991235" cy="54861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Maintainability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easier to fix bugs because the source code is easy to read and the intent of its author is easy to grasp.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Extensibility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easier to extend the capabilities of the application if it uses recognizable design patterns, and it provides some flexibility where none before may have existed.</a:t>
            </a:r>
          </a:p>
        </p:txBody>
      </p:sp>
    </p:spTree>
    <p:extLst>
      <p:ext uri="{BB962C8B-B14F-4D97-AF65-F5344CB8AC3E}">
        <p14:creationId xmlns:p14="http://schemas.microsoft.com/office/powerpoint/2010/main" val="79389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that allow for more abstraction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 Field: force code to access the field with getter and setter methods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 Type: create more general types to allow for more code sharing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type checking code: with State/Strategy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conditional with polymorphism</a:t>
            </a:r>
          </a:p>
        </p:txBody>
      </p:sp>
    </p:spTree>
    <p:extLst>
      <p:ext uri="{BB962C8B-B14F-4D97-AF65-F5344CB8AC3E}">
        <p14:creationId xmlns:p14="http://schemas.microsoft.com/office/powerpoint/2010/main" val="7612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breaking code apart into more logical pieces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Componentization breaks code down into reusable semantic units that present clear, well defined, simple to use interfaces.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Class moves part of the code from an existing class into a new class.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Method, to turn part of a larger method into a new method. By breaking down code in smaller pieces, it is more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easily understandable.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23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25" y="247412"/>
            <a:ext cx="8173065" cy="96223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Techniques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92725" y="1457054"/>
            <a:ext cx="10991235" cy="509123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improving names and location of code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Method or Move Field move to a more appropriate Class or source file.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Method or Rename Field changing the name into a new one that better reveals its purpose.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Up in OOP, move to a super class.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Down in OOP, move to a sub class.</a:t>
            </a:r>
          </a:p>
        </p:txBody>
      </p:sp>
    </p:spTree>
    <p:extLst>
      <p:ext uri="{BB962C8B-B14F-4D97-AF65-F5344CB8AC3E}">
        <p14:creationId xmlns:p14="http://schemas.microsoft.com/office/powerpoint/2010/main" val="22280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3" y="227492"/>
            <a:ext cx="8173065" cy="93273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3" y="1324178"/>
            <a:ext cx="10972799" cy="4840647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Agile Software Development with Scrum, Pearson,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C. Martin, Agile Software Development, Principles, Patterns and Practices, Prentice Hall,2002.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Crispin &amp; Janet Gregory, Agile Testing: A Practical Guide for Testers and Agile Teams, Addison Wesley, 2008.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Alistair Cockburn, Agile Software Development: The Cooperative Game, Addison Wesley, 2006.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908" y="0"/>
            <a:ext cx="3018183" cy="145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22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98" y="1635252"/>
            <a:ext cx="6481622" cy="365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2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503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Topics to be covered</vt:lpstr>
      <vt:lpstr>Code Refactoring</vt:lpstr>
      <vt:lpstr>Why to Refactor a Code? </vt:lpstr>
      <vt:lpstr>Process of Code Refactoring </vt:lpstr>
      <vt:lpstr>Benefits of Code Refactoring</vt:lpstr>
      <vt:lpstr>Code Refactoring Techniques</vt:lpstr>
      <vt:lpstr>Code Refactoring Techniques</vt:lpstr>
      <vt:lpstr>Code Refactoring Techniques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Nikhil Govil</cp:lastModifiedBy>
  <cp:revision>816</cp:revision>
  <dcterms:created xsi:type="dcterms:W3CDTF">2020-08-05T08:53:59Z</dcterms:created>
  <dcterms:modified xsi:type="dcterms:W3CDTF">2024-11-26T05:42:45Z</dcterms:modified>
</cp:coreProperties>
</file>