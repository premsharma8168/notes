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4" r:id="rId3"/>
    <p:sldId id="275" r:id="rId4"/>
    <p:sldId id="276" r:id="rId5"/>
    <p:sldId id="277" r:id="rId6"/>
    <p:sldId id="257" r:id="rId7"/>
    <p:sldId id="271" r:id="rId8"/>
    <p:sldId id="259" r:id="rId9"/>
    <p:sldId id="260" r:id="rId10"/>
    <p:sldId id="273" r:id="rId11"/>
    <p:sldId id="261" r:id="rId12"/>
    <p:sldId id="269" r:id="rId13"/>
    <p:sldId id="262" r:id="rId14"/>
    <p:sldId id="264" r:id="rId15"/>
    <p:sldId id="266" r:id="rId16"/>
    <p:sldId id="270" r:id="rId17"/>
    <p:sldId id="267" r:id="rId18"/>
    <p:sldId id="258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3F638-3AA7-46FE-A18E-7E38C62E7E03}" v="207" dt="2024-08-19T17:25:36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Govil" userId="a9719a31b8046b64" providerId="LiveId" clId="{FE23F638-3AA7-46FE-A18E-7E38C62E7E03}"/>
    <pc:docChg chg="undo custSel addSld modSld">
      <pc:chgData name="Nikhil Govil" userId="a9719a31b8046b64" providerId="LiveId" clId="{FE23F638-3AA7-46FE-A18E-7E38C62E7E03}" dt="2024-08-19T17:25:36.562" v="423"/>
      <pc:docMkLst>
        <pc:docMk/>
      </pc:docMkLst>
      <pc:sldChg chg="modSp mod">
        <pc:chgData name="Nikhil Govil" userId="a9719a31b8046b64" providerId="LiveId" clId="{FE23F638-3AA7-46FE-A18E-7E38C62E7E03}" dt="2024-08-19T17:12:23.142" v="275" actId="6549"/>
        <pc:sldMkLst>
          <pc:docMk/>
          <pc:sldMk cId="876551597" sldId="257"/>
        </pc:sldMkLst>
        <pc:spChg chg="mod">
          <ac:chgData name="Nikhil Govil" userId="a9719a31b8046b64" providerId="LiveId" clId="{FE23F638-3AA7-46FE-A18E-7E38C62E7E03}" dt="2024-08-19T16:44:02.850" v="81" actId="14100"/>
          <ac:spMkLst>
            <pc:docMk/>
            <pc:sldMk cId="876551597" sldId="257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12:23.142" v="275" actId="6549"/>
          <ac:spMkLst>
            <pc:docMk/>
            <pc:sldMk cId="876551597" sldId="257"/>
            <ac:spMk id="3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6:12.597" v="215" actId="14100"/>
          <ac:picMkLst>
            <pc:docMk/>
            <pc:sldMk cId="876551597" sldId="257"/>
            <ac:picMk id="4" creationId="{00000000-0000-0000-0000-000000000000}"/>
          </ac:picMkLst>
        </pc:picChg>
      </pc:sldChg>
      <pc:sldChg chg="modSp mod modAnim">
        <pc:chgData name="Nikhil Govil" userId="a9719a31b8046b64" providerId="LiveId" clId="{FE23F638-3AA7-46FE-A18E-7E38C62E7E03}" dt="2024-08-19T17:12:36.158" v="276" actId="14100"/>
        <pc:sldMkLst>
          <pc:docMk/>
          <pc:sldMk cId="2842841077" sldId="259"/>
        </pc:sldMkLst>
        <pc:spChg chg="mod">
          <ac:chgData name="Nikhil Govil" userId="a9719a31b8046b64" providerId="LiveId" clId="{FE23F638-3AA7-46FE-A18E-7E38C62E7E03}" dt="2024-08-19T16:44:10.838" v="84" actId="14100"/>
          <ac:spMkLst>
            <pc:docMk/>
            <pc:sldMk cId="2842841077" sldId="259"/>
            <ac:spMk id="2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0:42.438" v="160" actId="14100"/>
          <ac:picMkLst>
            <pc:docMk/>
            <pc:sldMk cId="2842841077" sldId="259"/>
            <ac:picMk id="4" creationId="{00000000-0000-0000-0000-000000000000}"/>
          </ac:picMkLst>
        </pc:picChg>
        <pc:picChg chg="mod">
          <ac:chgData name="Nikhil Govil" userId="a9719a31b8046b64" providerId="LiveId" clId="{FE23F638-3AA7-46FE-A18E-7E38C62E7E03}" dt="2024-08-19T17:12:36.158" v="276" actId="14100"/>
          <ac:picMkLst>
            <pc:docMk/>
            <pc:sldMk cId="2842841077" sldId="259"/>
            <ac:picMk id="7" creationId="{00000000-0000-0000-0000-000000000000}"/>
          </ac:picMkLst>
        </pc:picChg>
      </pc:sldChg>
      <pc:sldChg chg="addSp delSp modSp mod delAnim modAnim">
        <pc:chgData name="Nikhil Govil" userId="a9719a31b8046b64" providerId="LiveId" clId="{FE23F638-3AA7-46FE-A18E-7E38C62E7E03}" dt="2024-08-19T17:10:47.333" v="249" actId="1076"/>
        <pc:sldMkLst>
          <pc:docMk/>
          <pc:sldMk cId="1016532314" sldId="260"/>
        </pc:sldMkLst>
        <pc:spChg chg="mod">
          <ac:chgData name="Nikhil Govil" userId="a9719a31b8046b64" providerId="LiveId" clId="{FE23F638-3AA7-46FE-A18E-7E38C62E7E03}" dt="2024-08-19T16:44:21.071" v="87" actId="14100"/>
          <ac:spMkLst>
            <pc:docMk/>
            <pc:sldMk cId="1016532314" sldId="260"/>
            <ac:spMk id="2" creationId="{00000000-0000-0000-0000-000000000000}"/>
          </ac:spMkLst>
        </pc:spChg>
        <pc:spChg chg="add mod">
          <ac:chgData name="Nikhil Govil" userId="a9719a31b8046b64" providerId="LiveId" clId="{FE23F638-3AA7-46FE-A18E-7E38C62E7E03}" dt="2024-08-19T17:10:40.529" v="247" actId="14100"/>
          <ac:spMkLst>
            <pc:docMk/>
            <pc:sldMk cId="1016532314" sldId="260"/>
            <ac:spMk id="6" creationId="{377E14D3-1EC2-782A-BEE6-4771743E5D5A}"/>
          </ac:spMkLst>
        </pc:spChg>
        <pc:picChg chg="del">
          <ac:chgData name="Nikhil Govil" userId="a9719a31b8046b64" providerId="LiveId" clId="{FE23F638-3AA7-46FE-A18E-7E38C62E7E03}" dt="2024-08-19T16:59:39.946" v="142" actId="478"/>
          <ac:picMkLst>
            <pc:docMk/>
            <pc:sldMk cId="1016532314" sldId="260"/>
            <ac:picMk id="3" creationId="{00000000-0000-0000-0000-000000000000}"/>
          </ac:picMkLst>
        </pc:picChg>
        <pc:picChg chg="mod">
          <ac:chgData name="Nikhil Govil" userId="a9719a31b8046b64" providerId="LiveId" clId="{FE23F638-3AA7-46FE-A18E-7E38C62E7E03}" dt="2024-08-19T17:00:58.887" v="165" actId="14100"/>
          <ac:picMkLst>
            <pc:docMk/>
            <pc:sldMk cId="1016532314" sldId="260"/>
            <ac:picMk id="4" creationId="{00000000-0000-0000-0000-000000000000}"/>
          </ac:picMkLst>
        </pc:picChg>
        <pc:picChg chg="add mod">
          <ac:chgData name="Nikhil Govil" userId="a9719a31b8046b64" providerId="LiveId" clId="{FE23F638-3AA7-46FE-A18E-7E38C62E7E03}" dt="2024-08-19T17:10:47.333" v="249" actId="1076"/>
          <ac:picMkLst>
            <pc:docMk/>
            <pc:sldMk cId="1016532314" sldId="260"/>
            <ac:picMk id="2050" creationId="{CAE88E1D-C312-18D5-970A-02C28A942C3B}"/>
          </ac:picMkLst>
        </pc:picChg>
      </pc:sldChg>
      <pc:sldChg chg="addSp delSp modSp mod delAnim modAnim">
        <pc:chgData name="Nikhil Govil" userId="a9719a31b8046b64" providerId="LiveId" clId="{FE23F638-3AA7-46FE-A18E-7E38C62E7E03}" dt="2024-08-19T17:08:39.027" v="234"/>
        <pc:sldMkLst>
          <pc:docMk/>
          <pc:sldMk cId="1499726385" sldId="261"/>
        </pc:sldMkLst>
        <pc:spChg chg="mod">
          <ac:chgData name="Nikhil Govil" userId="a9719a31b8046b64" providerId="LiveId" clId="{FE23F638-3AA7-46FE-A18E-7E38C62E7E03}" dt="2024-08-19T16:44:30.424" v="90" actId="14100"/>
          <ac:spMkLst>
            <pc:docMk/>
            <pc:sldMk cId="1499726385" sldId="261"/>
            <ac:spMk id="2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1:03.942" v="166" actId="14100"/>
          <ac:picMkLst>
            <pc:docMk/>
            <pc:sldMk cId="1499726385" sldId="261"/>
            <ac:picMk id="4" creationId="{00000000-0000-0000-0000-000000000000}"/>
          </ac:picMkLst>
        </pc:picChg>
        <pc:picChg chg="del">
          <ac:chgData name="Nikhil Govil" userId="a9719a31b8046b64" providerId="LiveId" clId="{FE23F638-3AA7-46FE-A18E-7E38C62E7E03}" dt="2024-08-19T16:56:42.688" v="132" actId="478"/>
          <ac:picMkLst>
            <pc:docMk/>
            <pc:sldMk cId="1499726385" sldId="261"/>
            <ac:picMk id="5" creationId="{00000000-0000-0000-0000-000000000000}"/>
          </ac:picMkLst>
        </pc:picChg>
        <pc:picChg chg="add mod">
          <ac:chgData name="Nikhil Govil" userId="a9719a31b8046b64" providerId="LiveId" clId="{FE23F638-3AA7-46FE-A18E-7E38C62E7E03}" dt="2024-08-19T17:01:06.871" v="167" actId="14100"/>
          <ac:picMkLst>
            <pc:docMk/>
            <pc:sldMk cId="1499726385" sldId="261"/>
            <ac:picMk id="1026" creationId="{72927A77-154E-ADA1-9173-4104100B4F0C}"/>
          </ac:picMkLst>
        </pc:picChg>
      </pc:sldChg>
      <pc:sldChg chg="addSp delSp modSp mod delAnim modAnim">
        <pc:chgData name="Nikhil Govil" userId="a9719a31b8046b64" providerId="LiveId" clId="{FE23F638-3AA7-46FE-A18E-7E38C62E7E03}" dt="2024-08-19T17:08:34.387" v="233"/>
        <pc:sldMkLst>
          <pc:docMk/>
          <pc:sldMk cId="2386757373" sldId="262"/>
        </pc:sldMkLst>
        <pc:spChg chg="mod">
          <ac:chgData name="Nikhil Govil" userId="a9719a31b8046b64" providerId="LiveId" clId="{FE23F638-3AA7-46FE-A18E-7E38C62E7E03}" dt="2024-08-19T17:03:59.716" v="181" actId="20577"/>
          <ac:spMkLst>
            <pc:docMk/>
            <pc:sldMk cId="2386757373" sldId="262"/>
            <ac:spMk id="2" creationId="{00000000-0000-0000-0000-000000000000}"/>
          </ac:spMkLst>
        </pc:spChg>
        <pc:picChg chg="del">
          <ac:chgData name="Nikhil Govil" userId="a9719a31b8046b64" providerId="LiveId" clId="{FE23F638-3AA7-46FE-A18E-7E38C62E7E03}" dt="2024-08-19T17:03:52.823" v="169" actId="478"/>
          <ac:picMkLst>
            <pc:docMk/>
            <pc:sldMk cId="2386757373" sldId="262"/>
            <ac:picMk id="3" creationId="{00000000-0000-0000-0000-000000000000}"/>
          </ac:picMkLst>
        </pc:picChg>
        <pc:picChg chg="mod">
          <ac:chgData name="Nikhil Govil" userId="a9719a31b8046b64" providerId="LiveId" clId="{FE23F638-3AA7-46FE-A18E-7E38C62E7E03}" dt="2024-08-19T17:04:05.869" v="183" actId="14100"/>
          <ac:picMkLst>
            <pc:docMk/>
            <pc:sldMk cId="2386757373" sldId="262"/>
            <ac:picMk id="4" creationId="{00000000-0000-0000-0000-000000000000}"/>
          </ac:picMkLst>
        </pc:picChg>
        <pc:picChg chg="del">
          <ac:chgData name="Nikhil Govil" userId="a9719a31b8046b64" providerId="LiveId" clId="{FE23F638-3AA7-46FE-A18E-7E38C62E7E03}" dt="2024-08-19T17:03:53.402" v="170" actId="478"/>
          <ac:picMkLst>
            <pc:docMk/>
            <pc:sldMk cId="2386757373" sldId="262"/>
            <ac:picMk id="6" creationId="{00000000-0000-0000-0000-000000000000}"/>
          </ac:picMkLst>
        </pc:picChg>
        <pc:picChg chg="add mod">
          <ac:chgData name="Nikhil Govil" userId="a9719a31b8046b64" providerId="LiveId" clId="{FE23F638-3AA7-46FE-A18E-7E38C62E7E03}" dt="2024-08-19T17:04:17.630" v="188" actId="1076"/>
          <ac:picMkLst>
            <pc:docMk/>
            <pc:sldMk cId="2386757373" sldId="262"/>
            <ac:picMk id="4098" creationId="{1D82B088-87CD-67E0-ECA9-12C7FCD98257}"/>
          </ac:picMkLst>
        </pc:picChg>
      </pc:sldChg>
      <pc:sldChg chg="modSp mod">
        <pc:chgData name="Nikhil Govil" userId="a9719a31b8046b64" providerId="LiveId" clId="{FE23F638-3AA7-46FE-A18E-7E38C62E7E03}" dt="2024-08-19T17:06:32.656" v="217" actId="14100"/>
        <pc:sldMkLst>
          <pc:docMk/>
          <pc:sldMk cId="3837608753" sldId="264"/>
        </pc:sldMkLst>
        <pc:spChg chg="mod">
          <ac:chgData name="Nikhil Govil" userId="a9719a31b8046b64" providerId="LiveId" clId="{FE23F638-3AA7-46FE-A18E-7E38C62E7E03}" dt="2024-08-19T16:44:58.382" v="96" actId="404"/>
          <ac:spMkLst>
            <pc:docMk/>
            <pc:sldMk cId="3837608753" sldId="264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04:40.886" v="190" actId="20577"/>
          <ac:spMkLst>
            <pc:docMk/>
            <pc:sldMk cId="3837608753" sldId="264"/>
            <ac:spMk id="3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6:32.656" v="217" actId="14100"/>
          <ac:picMkLst>
            <pc:docMk/>
            <pc:sldMk cId="3837608753" sldId="264"/>
            <ac:picMk id="4" creationId="{00000000-0000-0000-0000-000000000000}"/>
          </ac:picMkLst>
        </pc:picChg>
      </pc:sldChg>
      <pc:sldChg chg="modSp mod modAnim">
        <pc:chgData name="Nikhil Govil" userId="a9719a31b8046b64" providerId="LiveId" clId="{FE23F638-3AA7-46FE-A18E-7E38C62E7E03}" dt="2024-08-19T17:07:35.658" v="221"/>
        <pc:sldMkLst>
          <pc:docMk/>
          <pc:sldMk cId="3812273503" sldId="266"/>
        </pc:sldMkLst>
        <pc:spChg chg="mod">
          <ac:chgData name="Nikhil Govil" userId="a9719a31b8046b64" providerId="LiveId" clId="{FE23F638-3AA7-46FE-A18E-7E38C62E7E03}" dt="2024-08-19T16:45:09.096" v="98" actId="14100"/>
          <ac:spMkLst>
            <pc:docMk/>
            <pc:sldMk cId="3812273503" sldId="266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05:14.540" v="205" actId="1076"/>
          <ac:spMkLst>
            <pc:docMk/>
            <pc:sldMk cId="3812273503" sldId="266"/>
            <ac:spMk id="3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6:35.482" v="218" actId="14100"/>
          <ac:picMkLst>
            <pc:docMk/>
            <pc:sldMk cId="3812273503" sldId="266"/>
            <ac:picMk id="4" creationId="{00000000-0000-0000-0000-000000000000}"/>
          </ac:picMkLst>
        </pc:picChg>
      </pc:sldChg>
      <pc:sldChg chg="modSp mod modAnim">
        <pc:chgData name="Nikhil Govil" userId="a9719a31b8046b64" providerId="LiveId" clId="{FE23F638-3AA7-46FE-A18E-7E38C62E7E03}" dt="2024-08-19T17:08:24.550" v="232"/>
        <pc:sldMkLst>
          <pc:docMk/>
          <pc:sldMk cId="2554237867" sldId="267"/>
        </pc:sldMkLst>
        <pc:spChg chg="mod">
          <ac:chgData name="Nikhil Govil" userId="a9719a31b8046b64" providerId="LiveId" clId="{FE23F638-3AA7-46FE-A18E-7E38C62E7E03}" dt="2024-08-19T17:05:39.936" v="209" actId="14100"/>
          <ac:spMkLst>
            <pc:docMk/>
            <pc:sldMk cId="2554237867" sldId="267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05:48.832" v="211" actId="1076"/>
          <ac:spMkLst>
            <pc:docMk/>
            <pc:sldMk cId="2554237867" sldId="267"/>
            <ac:spMk id="3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5:37" v="208" actId="14100"/>
          <ac:picMkLst>
            <pc:docMk/>
            <pc:sldMk cId="2554237867" sldId="267"/>
            <ac:picMk id="4" creationId="{00000000-0000-0000-0000-000000000000}"/>
          </ac:picMkLst>
        </pc:picChg>
        <pc:picChg chg="mod">
          <ac:chgData name="Nikhil Govil" userId="a9719a31b8046b64" providerId="LiveId" clId="{FE23F638-3AA7-46FE-A18E-7E38C62E7E03}" dt="2024-08-19T17:05:54.073" v="214" actId="1076"/>
          <ac:picMkLst>
            <pc:docMk/>
            <pc:sldMk cId="2554237867" sldId="267"/>
            <ac:picMk id="5" creationId="{00000000-0000-0000-0000-000000000000}"/>
          </ac:picMkLst>
        </pc:picChg>
      </pc:sldChg>
      <pc:sldChg chg="modSp mod">
        <pc:chgData name="Nikhil Govil" userId="a9719a31b8046b64" providerId="LiveId" clId="{FE23F638-3AA7-46FE-A18E-7E38C62E7E03}" dt="2024-08-19T17:15:42.182" v="299" actId="404"/>
        <pc:sldMkLst>
          <pc:docMk/>
          <pc:sldMk cId="1681087341" sldId="268"/>
        </pc:sldMkLst>
        <pc:spChg chg="mod">
          <ac:chgData name="Nikhil Govil" userId="a9719a31b8046b64" providerId="LiveId" clId="{FE23F638-3AA7-46FE-A18E-7E38C62E7E03}" dt="2024-08-19T17:14:35.961" v="289" actId="1076"/>
          <ac:spMkLst>
            <pc:docMk/>
            <pc:sldMk cId="1681087341" sldId="268"/>
            <ac:spMk id="3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15:42.182" v="299" actId="404"/>
          <ac:spMkLst>
            <pc:docMk/>
            <pc:sldMk cId="1681087341" sldId="268"/>
            <ac:spMk id="6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14:25.625" v="286" actId="1076"/>
          <ac:spMkLst>
            <pc:docMk/>
            <pc:sldMk cId="1681087341" sldId="268"/>
            <ac:spMk id="8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14:22.818" v="285" actId="1076"/>
          <ac:picMkLst>
            <pc:docMk/>
            <pc:sldMk cId="1681087341" sldId="268"/>
            <ac:picMk id="7" creationId="{00000000-0000-0000-0000-000000000000}"/>
          </ac:picMkLst>
        </pc:picChg>
        <pc:picChg chg="mod">
          <ac:chgData name="Nikhil Govil" userId="a9719a31b8046b64" providerId="LiveId" clId="{FE23F638-3AA7-46FE-A18E-7E38C62E7E03}" dt="2024-08-19T17:14:40.906" v="291" actId="1076"/>
          <ac:picMkLst>
            <pc:docMk/>
            <pc:sldMk cId="1681087341" sldId="268"/>
            <ac:picMk id="1026" creationId="{00000000-0000-0000-0000-000000000000}"/>
          </ac:picMkLst>
        </pc:picChg>
      </pc:sldChg>
      <pc:sldChg chg="modSp mod">
        <pc:chgData name="Nikhil Govil" userId="a9719a31b8046b64" providerId="LiveId" clId="{FE23F638-3AA7-46FE-A18E-7E38C62E7E03}" dt="2024-08-19T17:16:44.307" v="305" actId="20577"/>
        <pc:sldMkLst>
          <pc:docMk/>
          <pc:sldMk cId="3211964072" sldId="269"/>
        </pc:sldMkLst>
        <pc:spChg chg="mod">
          <ac:chgData name="Nikhil Govil" userId="a9719a31b8046b64" providerId="LiveId" clId="{FE23F638-3AA7-46FE-A18E-7E38C62E7E03}" dt="2024-08-19T16:44:38.363" v="92" actId="404"/>
          <ac:spMkLst>
            <pc:docMk/>
            <pc:sldMk cId="3211964072" sldId="269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7:16:44.307" v="305" actId="20577"/>
          <ac:spMkLst>
            <pc:docMk/>
            <pc:sldMk cId="3211964072" sldId="269"/>
            <ac:spMk id="6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6:24.373" v="216" actId="14100"/>
          <ac:picMkLst>
            <pc:docMk/>
            <pc:sldMk cId="3211964072" sldId="269"/>
            <ac:picMk id="4" creationId="{00000000-0000-0000-0000-000000000000}"/>
          </ac:picMkLst>
        </pc:picChg>
      </pc:sldChg>
      <pc:sldChg chg="modSp add mod modAnim">
        <pc:chgData name="Nikhil Govil" userId="a9719a31b8046b64" providerId="LiveId" clId="{FE23F638-3AA7-46FE-A18E-7E38C62E7E03}" dt="2024-08-19T17:08:02.144" v="226"/>
        <pc:sldMkLst>
          <pc:docMk/>
          <pc:sldMk cId="3723796803" sldId="270"/>
        </pc:sldMkLst>
        <pc:spChg chg="mod">
          <ac:chgData name="Nikhil Govil" userId="a9719a31b8046b64" providerId="LiveId" clId="{FE23F638-3AA7-46FE-A18E-7E38C62E7E03}" dt="2024-08-19T16:45:22.964" v="101" actId="14100"/>
          <ac:spMkLst>
            <pc:docMk/>
            <pc:sldMk cId="3723796803" sldId="270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6:45:42.806" v="108" actId="14100"/>
          <ac:spMkLst>
            <pc:docMk/>
            <pc:sldMk cId="3723796803" sldId="270"/>
            <ac:spMk id="3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6:39.147" v="219" actId="14100"/>
          <ac:picMkLst>
            <pc:docMk/>
            <pc:sldMk cId="3723796803" sldId="270"/>
            <ac:picMk id="4" creationId="{00000000-0000-0000-0000-000000000000}"/>
          </ac:picMkLst>
        </pc:picChg>
      </pc:sldChg>
      <pc:sldChg chg="modSp add mod modAnim">
        <pc:chgData name="Nikhil Govil" userId="a9719a31b8046b64" providerId="LiveId" clId="{FE23F638-3AA7-46FE-A18E-7E38C62E7E03}" dt="2024-08-19T17:00:38.695" v="159" actId="14100"/>
        <pc:sldMkLst>
          <pc:docMk/>
          <pc:sldMk cId="3104161553" sldId="271"/>
        </pc:sldMkLst>
        <pc:spChg chg="mod">
          <ac:chgData name="Nikhil Govil" userId="a9719a31b8046b64" providerId="LiveId" clId="{FE23F638-3AA7-46FE-A18E-7E38C62E7E03}" dt="2024-08-19T16:42:44.546" v="70" actId="255"/>
          <ac:spMkLst>
            <pc:docMk/>
            <pc:sldMk cId="3104161553" sldId="271"/>
            <ac:spMk id="2" creationId="{00000000-0000-0000-0000-000000000000}"/>
          </ac:spMkLst>
        </pc:spChg>
        <pc:spChg chg="mod">
          <ac:chgData name="Nikhil Govil" userId="a9719a31b8046b64" providerId="LiveId" clId="{FE23F638-3AA7-46FE-A18E-7E38C62E7E03}" dt="2024-08-19T16:55:10.154" v="130" actId="11"/>
          <ac:spMkLst>
            <pc:docMk/>
            <pc:sldMk cId="3104161553" sldId="271"/>
            <ac:spMk id="3" creationId="{00000000-0000-0000-0000-000000000000}"/>
          </ac:spMkLst>
        </pc:spChg>
        <pc:picChg chg="mod">
          <ac:chgData name="Nikhil Govil" userId="a9719a31b8046b64" providerId="LiveId" clId="{FE23F638-3AA7-46FE-A18E-7E38C62E7E03}" dt="2024-08-19T17:00:38.695" v="159" actId="14100"/>
          <ac:picMkLst>
            <pc:docMk/>
            <pc:sldMk cId="3104161553" sldId="271"/>
            <ac:picMk id="4" creationId="{00000000-0000-0000-0000-000000000000}"/>
          </ac:picMkLst>
        </pc:picChg>
      </pc:sldChg>
      <pc:sldChg chg="addSp delSp modSp add mod delAnim">
        <pc:chgData name="Nikhil Govil" userId="a9719a31b8046b64" providerId="LiveId" clId="{FE23F638-3AA7-46FE-A18E-7E38C62E7E03}" dt="2024-08-19T16:47:46.729" v="113" actId="1076"/>
        <pc:sldMkLst>
          <pc:docMk/>
          <pc:sldMk cId="1148068223" sldId="272"/>
        </pc:sldMkLst>
        <pc:spChg chg="add del mod">
          <ac:chgData name="Nikhil Govil" userId="a9719a31b8046b64" providerId="LiveId" clId="{FE23F638-3AA7-46FE-A18E-7E38C62E7E03}" dt="2024-08-19T16:46:57.122" v="111" actId="478"/>
          <ac:spMkLst>
            <pc:docMk/>
            <pc:sldMk cId="1148068223" sldId="272"/>
            <ac:spMk id="3" creationId="{11288E9C-A5F5-BF21-80BD-B7B486C0C305}"/>
          </ac:spMkLst>
        </pc:spChg>
        <pc:picChg chg="del">
          <ac:chgData name="Nikhil Govil" userId="a9719a31b8046b64" providerId="LiveId" clId="{FE23F638-3AA7-46FE-A18E-7E38C62E7E03}" dt="2024-08-19T16:46:53.111" v="110" actId="478"/>
          <ac:picMkLst>
            <pc:docMk/>
            <pc:sldMk cId="1148068223" sldId="272"/>
            <ac:picMk id="4" creationId="{00000000-0000-0000-0000-000000000000}"/>
          </ac:picMkLst>
        </pc:picChg>
        <pc:picChg chg="add mod">
          <ac:chgData name="Nikhil Govil" userId="a9719a31b8046b64" providerId="LiveId" clId="{FE23F638-3AA7-46FE-A18E-7E38C62E7E03}" dt="2024-08-19T16:47:46.729" v="113" actId="1076"/>
          <ac:picMkLst>
            <pc:docMk/>
            <pc:sldMk cId="1148068223" sldId="272"/>
            <ac:picMk id="5" creationId="{CAF25437-4356-1F3A-5238-4EFD81C62F88}"/>
          </ac:picMkLst>
        </pc:picChg>
      </pc:sldChg>
      <pc:sldChg chg="addSp delSp modSp add mod modAnim">
        <pc:chgData name="Nikhil Govil" userId="a9719a31b8046b64" providerId="LiveId" clId="{FE23F638-3AA7-46FE-A18E-7E38C62E7E03}" dt="2024-08-19T17:08:42.474" v="235"/>
        <pc:sldMkLst>
          <pc:docMk/>
          <pc:sldMk cId="4141703725" sldId="273"/>
        </pc:sldMkLst>
        <pc:picChg chg="mod">
          <ac:chgData name="Nikhil Govil" userId="a9719a31b8046b64" providerId="LiveId" clId="{FE23F638-3AA7-46FE-A18E-7E38C62E7E03}" dt="2024-08-19T17:00:22.047" v="154" actId="14100"/>
          <ac:picMkLst>
            <pc:docMk/>
            <pc:sldMk cId="4141703725" sldId="273"/>
            <ac:picMk id="4" creationId="{00000000-0000-0000-0000-000000000000}"/>
          </ac:picMkLst>
        </pc:picChg>
        <pc:picChg chg="del">
          <ac:chgData name="Nikhil Govil" userId="a9719a31b8046b64" providerId="LiveId" clId="{FE23F638-3AA7-46FE-A18E-7E38C62E7E03}" dt="2024-08-19T16:59:58.395" v="149" actId="478"/>
          <ac:picMkLst>
            <pc:docMk/>
            <pc:sldMk cId="4141703725" sldId="273"/>
            <ac:picMk id="2050" creationId="{CAE88E1D-C312-18D5-970A-02C28A942C3B}"/>
          </ac:picMkLst>
        </pc:picChg>
        <pc:picChg chg="add mod">
          <ac:chgData name="Nikhil Govil" userId="a9719a31b8046b64" providerId="LiveId" clId="{FE23F638-3AA7-46FE-A18E-7E38C62E7E03}" dt="2024-08-19T17:00:33.306" v="158" actId="1076"/>
          <ac:picMkLst>
            <pc:docMk/>
            <pc:sldMk cId="4141703725" sldId="273"/>
            <ac:picMk id="3074" creationId="{DD40303F-27FC-0D98-603F-B15CC45220E2}"/>
          </ac:picMkLst>
        </pc:picChg>
      </pc:sldChg>
      <pc:sldChg chg="addSp delSp modSp add mod delAnim modAnim">
        <pc:chgData name="Nikhil Govil" userId="a9719a31b8046b64" providerId="LiveId" clId="{FE23F638-3AA7-46FE-A18E-7E38C62E7E03}" dt="2024-08-19T17:24:36.371" v="415" actId="20577"/>
        <pc:sldMkLst>
          <pc:docMk/>
          <pc:sldMk cId="3105621705" sldId="274"/>
        </pc:sldMkLst>
        <pc:spChg chg="mod">
          <ac:chgData name="Nikhil Govil" userId="a9719a31b8046b64" providerId="LiveId" clId="{FE23F638-3AA7-46FE-A18E-7E38C62E7E03}" dt="2024-08-19T17:24:36.371" v="415" actId="20577"/>
          <ac:spMkLst>
            <pc:docMk/>
            <pc:sldMk cId="3105621705" sldId="274"/>
            <ac:spMk id="2" creationId="{00000000-0000-0000-0000-000000000000}"/>
          </ac:spMkLst>
        </pc:spChg>
        <pc:spChg chg="del mod">
          <ac:chgData name="Nikhil Govil" userId="a9719a31b8046b64" providerId="LiveId" clId="{FE23F638-3AA7-46FE-A18E-7E38C62E7E03}" dt="2024-08-19T17:20:01.258" v="333" actId="478"/>
          <ac:spMkLst>
            <pc:docMk/>
            <pc:sldMk cId="3105621705" sldId="274"/>
            <ac:spMk id="3" creationId="{00000000-0000-0000-0000-000000000000}"/>
          </ac:spMkLst>
        </pc:spChg>
        <pc:picChg chg="add mod">
          <ac:chgData name="Nikhil Govil" userId="a9719a31b8046b64" providerId="LiveId" clId="{FE23F638-3AA7-46FE-A18E-7E38C62E7E03}" dt="2024-08-19T17:21:02.662" v="340" actId="1076"/>
          <ac:picMkLst>
            <pc:docMk/>
            <pc:sldMk cId="3105621705" sldId="274"/>
            <ac:picMk id="6" creationId="{F0D9A4DD-3083-6D31-6F47-CA2B156A42B0}"/>
          </ac:picMkLst>
        </pc:picChg>
      </pc:sldChg>
      <pc:sldChg chg="addSp delSp modSp add mod modAnim">
        <pc:chgData name="Nikhil Govil" userId="a9719a31b8046b64" providerId="LiveId" clId="{FE23F638-3AA7-46FE-A18E-7E38C62E7E03}" dt="2024-08-19T17:24:27.845" v="409" actId="20577"/>
        <pc:sldMkLst>
          <pc:docMk/>
          <pc:sldMk cId="44274903" sldId="275"/>
        </pc:sldMkLst>
        <pc:spChg chg="mod">
          <ac:chgData name="Nikhil Govil" userId="a9719a31b8046b64" providerId="LiveId" clId="{FE23F638-3AA7-46FE-A18E-7E38C62E7E03}" dt="2024-08-19T17:24:27.845" v="409" actId="20577"/>
          <ac:spMkLst>
            <pc:docMk/>
            <pc:sldMk cId="44274903" sldId="275"/>
            <ac:spMk id="2" creationId="{00000000-0000-0000-0000-000000000000}"/>
          </ac:spMkLst>
        </pc:spChg>
        <pc:picChg chg="add mod">
          <ac:chgData name="Nikhil Govil" userId="a9719a31b8046b64" providerId="LiveId" clId="{FE23F638-3AA7-46FE-A18E-7E38C62E7E03}" dt="2024-08-19T17:22:05.695" v="352" actId="1076"/>
          <ac:picMkLst>
            <pc:docMk/>
            <pc:sldMk cId="44274903" sldId="275"/>
            <ac:picMk id="5" creationId="{F5C7F00B-58FB-2AC3-CEEA-697A1E58155A}"/>
          </ac:picMkLst>
        </pc:picChg>
        <pc:picChg chg="del">
          <ac:chgData name="Nikhil Govil" userId="a9719a31b8046b64" providerId="LiveId" clId="{FE23F638-3AA7-46FE-A18E-7E38C62E7E03}" dt="2024-08-19T17:21:12.111" v="342" actId="478"/>
          <ac:picMkLst>
            <pc:docMk/>
            <pc:sldMk cId="44274903" sldId="275"/>
            <ac:picMk id="6" creationId="{F0D9A4DD-3083-6D31-6F47-CA2B156A42B0}"/>
          </ac:picMkLst>
        </pc:picChg>
      </pc:sldChg>
      <pc:sldChg chg="addSp delSp modSp add mod delAnim modAnim">
        <pc:chgData name="Nikhil Govil" userId="a9719a31b8046b64" providerId="LiveId" clId="{FE23F638-3AA7-46FE-A18E-7E38C62E7E03}" dt="2024-08-19T17:25:33.712" v="422"/>
        <pc:sldMkLst>
          <pc:docMk/>
          <pc:sldMk cId="656747788" sldId="276"/>
        </pc:sldMkLst>
        <pc:spChg chg="mod">
          <ac:chgData name="Nikhil Govil" userId="a9719a31b8046b64" providerId="LiveId" clId="{FE23F638-3AA7-46FE-A18E-7E38C62E7E03}" dt="2024-08-19T17:24:17.152" v="400" actId="20577"/>
          <ac:spMkLst>
            <pc:docMk/>
            <pc:sldMk cId="656747788" sldId="276"/>
            <ac:spMk id="2" creationId="{00000000-0000-0000-0000-000000000000}"/>
          </ac:spMkLst>
        </pc:spChg>
        <pc:picChg chg="del">
          <ac:chgData name="Nikhil Govil" userId="a9719a31b8046b64" providerId="LiveId" clId="{FE23F638-3AA7-46FE-A18E-7E38C62E7E03}" dt="2024-08-19T17:22:37.256" v="376" actId="478"/>
          <ac:picMkLst>
            <pc:docMk/>
            <pc:sldMk cId="656747788" sldId="276"/>
            <ac:picMk id="5" creationId="{F5C7F00B-58FB-2AC3-CEEA-697A1E58155A}"/>
          </ac:picMkLst>
        </pc:picChg>
        <pc:picChg chg="add mod">
          <ac:chgData name="Nikhil Govil" userId="a9719a31b8046b64" providerId="LiveId" clId="{FE23F638-3AA7-46FE-A18E-7E38C62E7E03}" dt="2024-08-19T17:23:29.863" v="380" actId="1076"/>
          <ac:picMkLst>
            <pc:docMk/>
            <pc:sldMk cId="656747788" sldId="276"/>
            <ac:picMk id="6" creationId="{F973AE63-3128-45A7-DBD6-33FA96469873}"/>
          </ac:picMkLst>
        </pc:picChg>
      </pc:sldChg>
      <pc:sldChg chg="addSp delSp modSp add mod modAnim">
        <pc:chgData name="Nikhil Govil" userId="a9719a31b8046b64" providerId="LiveId" clId="{FE23F638-3AA7-46FE-A18E-7E38C62E7E03}" dt="2024-08-19T17:25:36.562" v="423"/>
        <pc:sldMkLst>
          <pc:docMk/>
          <pc:sldMk cId="1721159583" sldId="277"/>
        </pc:sldMkLst>
        <pc:spChg chg="mod">
          <ac:chgData name="Nikhil Govil" userId="a9719a31b8046b64" providerId="LiveId" clId="{FE23F638-3AA7-46FE-A18E-7E38C62E7E03}" dt="2024-08-19T17:24:08.783" v="394" actId="20577"/>
          <ac:spMkLst>
            <pc:docMk/>
            <pc:sldMk cId="1721159583" sldId="277"/>
            <ac:spMk id="2" creationId="{00000000-0000-0000-0000-000000000000}"/>
          </ac:spMkLst>
        </pc:spChg>
        <pc:picChg chg="add mod">
          <ac:chgData name="Nikhil Govil" userId="a9719a31b8046b64" providerId="LiveId" clId="{FE23F638-3AA7-46FE-A18E-7E38C62E7E03}" dt="2024-08-19T17:25:21.958" v="421" actId="14100"/>
          <ac:picMkLst>
            <pc:docMk/>
            <pc:sldMk cId="1721159583" sldId="277"/>
            <ac:picMk id="5" creationId="{643EEDF5-DAC1-2225-9A30-2E55F15D404A}"/>
          </ac:picMkLst>
        </pc:picChg>
        <pc:picChg chg="del">
          <ac:chgData name="Nikhil Govil" userId="a9719a31b8046b64" providerId="LiveId" clId="{FE23F638-3AA7-46FE-A18E-7E38C62E7E03}" dt="2024-08-19T17:23:35.900" v="382" actId="478"/>
          <ac:picMkLst>
            <pc:docMk/>
            <pc:sldMk cId="1721159583" sldId="277"/>
            <ac:picMk id="6" creationId="{F973AE63-3128-45A7-DBD6-33FA964698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sterofproject.com/p/agile-scrum-overview-agile-scrum-certification-info" TargetMode="External"/><Relationship Id="rId2" Type="http://schemas.openxmlformats.org/officeDocument/2006/relationships/hyperlink" Target="https://www.sixsigmaonline.org/six-sigma-white-belt-certific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scrumalliance.org/get-certified/scrum-master-track/certified-scrummaster" TargetMode="External"/><Relationship Id="rId4" Type="http://schemas.openxmlformats.org/officeDocument/2006/relationships/hyperlink" Target="https://www.coursera.org/learn/agile-atlassian-jira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656" y="2468889"/>
            <a:ext cx="11364685" cy="68193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Agile Software Development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56228" y="1786955"/>
            <a:ext cx="9144000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1026" name="Picture 2" descr="What is Agile Software Development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015" y="3036276"/>
            <a:ext cx="4187965" cy="246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8" y="109031"/>
            <a:ext cx="2909443" cy="165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2290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for BCA (Hons.)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9303" y="0"/>
            <a:ext cx="2757788" cy="133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9A4DD-3083-6D31-6F47-CA2B156A4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64" y="1458303"/>
            <a:ext cx="10111872" cy="500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2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2290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for BCA (Hons.)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9303" y="0"/>
            <a:ext cx="2757788" cy="133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C7F00B-58FB-2AC3-CEEA-697A1E581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94" y="1522861"/>
            <a:ext cx="10312081" cy="487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2290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for B.Tech. (CSE)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9303" y="0"/>
            <a:ext cx="2757788" cy="133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73AE63-3128-45A7-DBD6-33FA9646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44" y="1614630"/>
            <a:ext cx="9488112" cy="498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4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2290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for B.Tech. (CSE)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9303" y="0"/>
            <a:ext cx="2757788" cy="133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EEDF5-DAC1-2225-9A30-2E55F15D4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45486"/>
            <a:ext cx="10433513" cy="441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5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2290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an understanding of Agile development philosophies and methodologies,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practice human-centric design in Agile development,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Agile team-based practices used to create and deliver products,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out a small team-based project using Scrum practices,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advanced and emerging topics in the domain of software development.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9303" y="0"/>
            <a:ext cx="2757788" cy="133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7655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3273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4574305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students will be able to: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critical thinking while working in Agile environment,</a:t>
            </a:r>
          </a:p>
          <a:p>
            <a:pPr marL="514350" indent="-514350" algn="just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problem solving approach against a complex holistic system of Agile values, principles and practices, and challenges of scaling to the enterprise,</a:t>
            </a:r>
          </a:p>
          <a:p>
            <a:pPr marL="514350" indent="-514350" algn="just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how an Agile framework is executed from beginning to end, </a:t>
            </a:r>
          </a:p>
          <a:p>
            <a:pPr marL="514350" indent="-514350" algn="just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&amp; prioritize the system requirements in the form of User stories, </a:t>
            </a:r>
          </a:p>
          <a:p>
            <a:pPr marL="514350" indent="-514350" algn="just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live project that adopts Agile execution techniques, etc.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99639" y="0"/>
            <a:ext cx="2777452" cy="13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416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726255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Agile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9135" y="0"/>
            <a:ext cx="2747956" cy="132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80" y="1326600"/>
            <a:ext cx="10695039" cy="53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4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78524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Agile?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99639" y="0"/>
            <a:ext cx="2777452" cy="13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AE88E1D-C312-18D5-970A-02C28A942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864" y="2411805"/>
            <a:ext cx="7036271" cy="408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E14D3-1EC2-782A-BEE6-4771743E5D5A}"/>
              </a:ext>
            </a:extLst>
          </p:cNvPr>
          <p:cNvSpPr txBox="1"/>
          <p:nvPr/>
        </p:nvSpPr>
        <p:spPr>
          <a:xfrm>
            <a:off x="838200" y="1365591"/>
            <a:ext cx="104983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is a group of methodologies that demonstrate a commitment to tight feedback cycles and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101653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78524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Agile?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83097" y="0"/>
            <a:ext cx="2393994" cy="1155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 descr="Agile Software Development">
            <a:extLst>
              <a:ext uri="{FF2B5EF4-FFF2-40B4-BE49-F238E27FC236}">
                <a16:creationId xmlns:a16="http://schemas.microsoft.com/office/drawing/2014/main" id="{DD40303F-27FC-0D98-603F-B15CC452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590" y="1290074"/>
            <a:ext cx="9652820" cy="520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70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79508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Choose Agile?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86452" y="0"/>
            <a:ext cx="2590639" cy="1250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The Existential Merits of Agile: Why You Should Choose Agile">
            <a:extLst>
              <a:ext uri="{FF2B5EF4-FFF2-40B4-BE49-F238E27FC236}">
                <a16:creationId xmlns:a16="http://schemas.microsoft.com/office/drawing/2014/main" id="{72927A77-154E-ADA1-9173-4104100B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767" y="1457054"/>
            <a:ext cx="9275046" cy="492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72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947481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Study Agile?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48800" y="0"/>
            <a:ext cx="2728291" cy="1317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2946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&amp; activity based learning,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demand of Agile professionals in IT sector,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to break complex projects into manageable pieces,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Latest &amp; trending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model, etc.</a:t>
            </a:r>
          </a:p>
        </p:txBody>
      </p:sp>
    </p:spTree>
    <p:extLst>
      <p:ext uri="{BB962C8B-B14F-4D97-AF65-F5344CB8AC3E}">
        <p14:creationId xmlns:p14="http://schemas.microsoft.com/office/powerpoint/2010/main" val="321196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84424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Agile Methodology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99639" y="0"/>
            <a:ext cx="2777452" cy="13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 descr="7 Agile Methodology Benefits For Your Project Management">
            <a:extLst>
              <a:ext uri="{FF2B5EF4-FFF2-40B4-BE49-F238E27FC236}">
                <a16:creationId xmlns:a16="http://schemas.microsoft.com/office/drawing/2014/main" id="{1D82B088-87CD-67E0-ECA9-12C7FCD98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0" y="1445342"/>
            <a:ext cx="11454580" cy="513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75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options after learning Agile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139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Product Owner,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Scrum Master,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Scrum Developer,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Quality Engineer,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Business Analyst,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Software Tester,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Agile Coach,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Enterprise Coach, etc.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8297" y="0"/>
            <a:ext cx="2698794" cy="1302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3760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173065" cy="863907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&amp; Reference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781" y="1457053"/>
            <a:ext cx="11228438" cy="5120727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Beedle, Agile Software Development with Scrum, Pearson, 2008.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Robert C. Martin, Agile Software Development, Principles, Patterns and Practices, Prentice Hall, 2002.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Lisa Crispin &amp; Janet Gregory, Agile Testing: A Practical Guide for Testers and Agile Teams, Addison Wesley, 2008.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Alistair Cockburn, Agile Software Development: The Cooperative Game, Addison Wesley, 2006.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1239" y="1"/>
            <a:ext cx="2545852" cy="1229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173065" cy="903236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Trending Agile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781" y="1543665"/>
            <a:ext cx="11110451" cy="494921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Six Sigma White Belt Training &amp; Certification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[Free of Cost]</a:t>
            </a: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https://www.sixsigmaonline.org/six-sigma-white-belt-certification/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Agile Scrum Training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[Free of Cost]</a:t>
            </a: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https://masterofproject.com/p/agile-scrum-overview-agile-scrum-certification-info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Agile with Atlassian Jira (from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Cousera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[Paid]</a:t>
            </a: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https://www.coursera.org/learn/agile-atlassian-jira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Certified ScrumMaster (from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ScrumAlliance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[Paid]</a:t>
            </a:r>
          </a:p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https://www.scrumalliance.org/get-certified/scrum-master-track/certified-scrummaster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549770" y="0"/>
            <a:ext cx="2627321" cy="12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2379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254786"/>
            <a:ext cx="8173065" cy="757937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Online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603" y="1267510"/>
            <a:ext cx="10972799" cy="59311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with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Atlassian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Jira through Coursera.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86681" y="0"/>
            <a:ext cx="2490410" cy="1202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79" y="1924299"/>
            <a:ext cx="7602242" cy="467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3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81" y="483520"/>
            <a:ext cx="11166793" cy="5982757"/>
          </a:xfrm>
        </p:spPr>
      </p:pic>
    </p:spTree>
    <p:extLst>
      <p:ext uri="{BB962C8B-B14F-4D97-AF65-F5344CB8AC3E}">
        <p14:creationId xmlns:p14="http://schemas.microsoft.com/office/powerpoint/2010/main" val="154391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ow To Write A Thank You Note In Five Easy Steps">
            <a:extLst>
              <a:ext uri="{FF2B5EF4-FFF2-40B4-BE49-F238E27FC236}">
                <a16:creationId xmlns:a16="http://schemas.microsoft.com/office/drawing/2014/main" id="{CAF25437-4356-1F3A-5238-4EFD81C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02" y="1758103"/>
            <a:ext cx="5947595" cy="334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6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507</Words>
  <Application>Microsoft Office PowerPoint</Application>
  <PresentationFormat>Widescreen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Syllabus for BCA (Hons.)</vt:lpstr>
      <vt:lpstr>Syllabus for BCA (Hons.)</vt:lpstr>
      <vt:lpstr>Syllabus for B.Tech. (CSE)</vt:lpstr>
      <vt:lpstr>Syllabus for B.Tech. (CSE)</vt:lpstr>
      <vt:lpstr>Course Objectives</vt:lpstr>
      <vt:lpstr>Learning Objectives</vt:lpstr>
      <vt:lpstr>History of Agile</vt:lpstr>
      <vt:lpstr>What is Agile?</vt:lpstr>
      <vt:lpstr>What is Agile?</vt:lpstr>
      <vt:lpstr>Why Choose Agile?</vt:lpstr>
      <vt:lpstr>Why Study Agile?</vt:lpstr>
      <vt:lpstr>Benefits of Agile Methodology</vt:lpstr>
      <vt:lpstr>Career options after learning Agile Methodologies</vt:lpstr>
      <vt:lpstr>Text &amp; Reference Books</vt:lpstr>
      <vt:lpstr>Trending Agile Certifications</vt:lpstr>
      <vt:lpstr>Suggested Online Course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Nikhil Govil</cp:lastModifiedBy>
  <cp:revision>102</cp:revision>
  <dcterms:created xsi:type="dcterms:W3CDTF">2020-08-05T08:53:59Z</dcterms:created>
  <dcterms:modified xsi:type="dcterms:W3CDTF">2024-08-19T17:25:38Z</dcterms:modified>
</cp:coreProperties>
</file>