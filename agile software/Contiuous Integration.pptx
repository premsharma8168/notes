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8" r:id="rId2"/>
    <p:sldId id="313" r:id="rId3"/>
    <p:sldId id="343" r:id="rId4"/>
    <p:sldId id="326" r:id="rId5"/>
    <p:sldId id="344" r:id="rId6"/>
    <p:sldId id="345" r:id="rId7"/>
    <p:sldId id="346" r:id="rId8"/>
    <p:sldId id="348" r:id="rId9"/>
    <p:sldId id="266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0D1A5-85C7-4F93-B2F2-2BE314FDA09D}" v="3" dt="2024-11-26T05:40:57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Govil" userId="a9719a31b8046b64" providerId="LiveId" clId="{7F30D1A5-85C7-4F93-B2F2-2BE314FDA09D}"/>
    <pc:docChg chg="custSel addSld delSld modSld">
      <pc:chgData name="Nikhil Govil" userId="a9719a31b8046b64" providerId="LiveId" clId="{7F30D1A5-85C7-4F93-B2F2-2BE314FDA09D}" dt="2024-11-26T05:41:23.824" v="59" actId="47"/>
      <pc:docMkLst>
        <pc:docMk/>
      </pc:docMkLst>
      <pc:sldChg chg="delSp del mod">
        <pc:chgData name="Nikhil Govil" userId="a9719a31b8046b64" providerId="LiveId" clId="{7F30D1A5-85C7-4F93-B2F2-2BE314FDA09D}" dt="2024-11-26T05:41:23.824" v="59" actId="47"/>
        <pc:sldMkLst>
          <pc:docMk/>
          <pc:sldMk cId="2864408307" sldId="256"/>
        </pc:sldMkLst>
        <pc:picChg chg="del">
          <ac:chgData name="Nikhil Govil" userId="a9719a31b8046b64" providerId="LiveId" clId="{7F30D1A5-85C7-4F93-B2F2-2BE314FDA09D}" dt="2024-11-26T05:40:55.301" v="50" actId="21"/>
          <ac:picMkLst>
            <pc:docMk/>
            <pc:sldMk cId="2864408307" sldId="256"/>
            <ac:picMk id="2" creationId="{00000000-0000-0000-0000-000000000000}"/>
          </ac:picMkLst>
        </pc:picChg>
      </pc:sldChg>
      <pc:sldChg chg="del">
        <pc:chgData name="Nikhil Govil" userId="a9719a31b8046b64" providerId="LiveId" clId="{7F30D1A5-85C7-4F93-B2F2-2BE314FDA09D}" dt="2024-11-26T05:40:26.087" v="2" actId="47"/>
        <pc:sldMkLst>
          <pc:docMk/>
          <pc:sldMk cId="1543913536" sldId="258"/>
        </pc:sldMkLst>
      </pc:sldChg>
      <pc:sldChg chg="add">
        <pc:chgData name="Nikhil Govil" userId="a9719a31b8046b64" providerId="LiveId" clId="{7F30D1A5-85C7-4F93-B2F2-2BE314FDA09D}" dt="2024-11-26T05:40:24.134" v="1"/>
        <pc:sldMkLst>
          <pc:docMk/>
          <pc:sldMk cId="1148068223" sldId="279"/>
        </pc:sldMkLst>
      </pc:sldChg>
      <pc:sldChg chg="addSp delSp modSp add mod">
        <pc:chgData name="Nikhil Govil" userId="a9719a31b8046b64" providerId="LiveId" clId="{7F30D1A5-85C7-4F93-B2F2-2BE314FDA09D}" dt="2024-11-26T05:41:21.737" v="58" actId="1076"/>
        <pc:sldMkLst>
          <pc:docMk/>
          <pc:sldMk cId="1681087341" sldId="298"/>
        </pc:sldMkLst>
        <pc:spChg chg="mod">
          <ac:chgData name="Nikhil Govil" userId="a9719a31b8046b64" providerId="LiveId" clId="{7F30D1A5-85C7-4F93-B2F2-2BE314FDA09D}" dt="2024-11-26T05:41:17.500" v="57" actId="1076"/>
          <ac:spMkLst>
            <pc:docMk/>
            <pc:sldMk cId="1681087341" sldId="298"/>
            <ac:spMk id="3" creationId="{00000000-0000-0000-0000-000000000000}"/>
          </ac:spMkLst>
        </pc:spChg>
        <pc:spChg chg="mod">
          <ac:chgData name="Nikhil Govil" userId="a9719a31b8046b64" providerId="LiveId" clId="{7F30D1A5-85C7-4F93-B2F2-2BE314FDA09D}" dt="2024-11-26T05:41:10.647" v="55" actId="1076"/>
          <ac:spMkLst>
            <pc:docMk/>
            <pc:sldMk cId="1681087341" sldId="298"/>
            <ac:spMk id="8" creationId="{00000000-0000-0000-0000-000000000000}"/>
          </ac:spMkLst>
        </pc:spChg>
        <pc:picChg chg="add mod">
          <ac:chgData name="Nikhil Govil" userId="a9719a31b8046b64" providerId="LiveId" clId="{7F30D1A5-85C7-4F93-B2F2-2BE314FDA09D}" dt="2024-11-26T05:41:21.737" v="58" actId="1076"/>
          <ac:picMkLst>
            <pc:docMk/>
            <pc:sldMk cId="1681087341" sldId="298"/>
            <ac:picMk id="2" creationId="{00000000-0000-0000-0000-000000000000}"/>
          </ac:picMkLst>
        </pc:picChg>
        <pc:picChg chg="del">
          <ac:chgData name="Nikhil Govil" userId="a9719a31b8046b64" providerId="LiveId" clId="{7F30D1A5-85C7-4F93-B2F2-2BE314FDA09D}" dt="2024-11-26T05:40:52.989" v="49" actId="478"/>
          <ac:picMkLst>
            <pc:docMk/>
            <pc:sldMk cId="1681087341" sldId="298"/>
            <ac:picMk id="4" creationId="{BE1CEE78-27FD-349F-E28C-49EEE69AF3F7}"/>
          </ac:picMkLst>
        </pc:picChg>
        <pc:picChg chg="mod">
          <ac:chgData name="Nikhil Govil" userId="a9719a31b8046b64" providerId="LiveId" clId="{7F30D1A5-85C7-4F93-B2F2-2BE314FDA09D}" dt="2024-11-26T05:41:04.573" v="53" actId="14100"/>
          <ac:picMkLst>
            <pc:docMk/>
            <pc:sldMk cId="1681087341" sldId="298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136" y="2322948"/>
            <a:ext cx="6773725" cy="58219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Continuous Integration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1664400"/>
            <a:ext cx="9144000" cy="582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9" y="109031"/>
            <a:ext cx="2732916" cy="15539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187" y="2905140"/>
            <a:ext cx="3589622" cy="25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(CI) is the practice in software engineering, of merging all developer working copies with a shared main line several times a day.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first named and proposed by Grady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Booch.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adopted as part of extreme programming (XP).</a:t>
            </a:r>
          </a:p>
        </p:txBody>
      </p:sp>
    </p:spTree>
    <p:extLst>
      <p:ext uri="{BB962C8B-B14F-4D97-AF65-F5344CB8AC3E}">
        <p14:creationId xmlns:p14="http://schemas.microsoft.com/office/powerpoint/2010/main" val="92795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typically use a build server to implement continuous processes of applying quality control in general-small pieces of effort, applied frequently.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running the unit and integration tests, such processes facilitate manual QA processes.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continuous application of quality control aims to improve the quality of software, and to reduce the time taken to deliver it.</a:t>
            </a:r>
          </a:p>
        </p:txBody>
      </p:sp>
    </p:spTree>
    <p:extLst>
      <p:ext uri="{BB962C8B-B14F-4D97-AF65-F5344CB8AC3E}">
        <p14:creationId xmlns:p14="http://schemas.microsoft.com/office/powerpoint/2010/main" val="322292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Maintain a code repository–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practice advocates the use of a revision control system for the project’s source code. All artifacts required to build the project should be placed in the repository.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Automate the build–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command should have the capability of building the system. Many build-tools, such as Make,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DEB, Red Hat RPM or Windows MSI files.</a:t>
            </a:r>
          </a:p>
        </p:txBody>
      </p:sp>
    </p:spTree>
    <p:extLst>
      <p:ext uri="{BB962C8B-B14F-4D97-AF65-F5344CB8AC3E}">
        <p14:creationId xmlns:p14="http://schemas.microsoft.com/office/powerpoint/2010/main" val="340744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Make the build self-testing-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code is built, all tests should run to confirm that it behaves as the developers expect it to behave.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Everyone commits to the baseline everyday-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committing regularly, every committer can reduce the number of conflicting changes.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Every commit (to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baseline) should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built-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build commits to the current working version to verify that they integrate correctly.</a:t>
            </a:r>
          </a:p>
        </p:txBody>
      </p:sp>
    </p:spTree>
    <p:extLst>
      <p:ext uri="{BB962C8B-B14F-4D97-AF65-F5344CB8AC3E}">
        <p14:creationId xmlns:p14="http://schemas.microsoft.com/office/powerpoint/2010/main" val="140809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Keep the build fast-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build needs to complete rapidly, so that if there is a problem with integration, it is quickly identified.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Test in a clone of the production environment-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a test environment can lead to failures in tested systems when they deploy in the production environment, because the production environment may differ from the test environment in a significant way.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Make it easy to get the latest deliverables-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builds readily available to stakeholders and testers can reduce the amount of rework necessary when rebuilding a feature that doesn't meet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82391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Everyone can see the results of the latest build-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easy to find out whether the build breaks and, if so, who made the relevant change.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Automate deployment-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CI systems allow the running of scripts after a build finishes.</a:t>
            </a:r>
          </a:p>
        </p:txBody>
      </p:sp>
    </p:spTree>
    <p:extLst>
      <p:ext uri="{BB962C8B-B14F-4D97-AF65-F5344CB8AC3E}">
        <p14:creationId xmlns:p14="http://schemas.microsoft.com/office/powerpoint/2010/main" val="366563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Integration bugs are detected early and are easy to track down due to small change sets.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Avoids last-minute chaos at release dates.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Constant availability of a “current” build for testing, demo, or release purposes.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Frequent code check-in pushes developers to create modular, less complex code.</a:t>
            </a:r>
          </a:p>
        </p:txBody>
      </p:sp>
    </p:spTree>
    <p:extLst>
      <p:ext uri="{BB962C8B-B14F-4D97-AF65-F5344CB8AC3E}">
        <p14:creationId xmlns:p14="http://schemas.microsoft.com/office/powerpoint/2010/main" val="205392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227492"/>
            <a:ext cx="8173065" cy="93273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3" y="1457054"/>
            <a:ext cx="10972799" cy="4840647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Agile Software Development with Scrum, Pearson,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C. Martin, Agile Software Development, Principles, Patterns and Practices, Prentice Hall,2002.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Crispin &amp; Janet Gregory, Agile Testing: A Practical Guide for Testers and Agile Teams, Addison Wesley,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Alistair Cockburn, Agile Software Development: The Cooperative Game, Addison Wesley, 2006.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ow To Write A Thank You Note In Five Easy Steps">
            <a:extLst>
              <a:ext uri="{FF2B5EF4-FFF2-40B4-BE49-F238E27FC236}">
                <a16:creationId xmlns:a16="http://schemas.microsoft.com/office/drawing/2014/main" id="{CAF25437-4356-1F3A-5238-4EFD81C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02" y="1758103"/>
            <a:ext cx="5947595" cy="334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6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611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Continuous Integration</vt:lpstr>
      <vt:lpstr>Continuous Integration</vt:lpstr>
      <vt:lpstr>Principles of Continuous Integration</vt:lpstr>
      <vt:lpstr>Principles of Continuous Integration</vt:lpstr>
      <vt:lpstr>Principles of Continuous Integration</vt:lpstr>
      <vt:lpstr>Principles of Continuous Integration</vt:lpstr>
      <vt:lpstr>Benefits of Continuous Integration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Nikhil Govil</cp:lastModifiedBy>
  <cp:revision>804</cp:revision>
  <dcterms:created xsi:type="dcterms:W3CDTF">2020-08-05T08:53:59Z</dcterms:created>
  <dcterms:modified xsi:type="dcterms:W3CDTF">2024-11-26T05:41:24Z</dcterms:modified>
</cp:coreProperties>
</file>