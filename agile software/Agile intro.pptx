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300" r:id="rId4"/>
    <p:sldId id="294" r:id="rId5"/>
    <p:sldId id="257" r:id="rId6"/>
    <p:sldId id="301" r:id="rId7"/>
    <p:sldId id="283" r:id="rId8"/>
    <p:sldId id="302" r:id="rId9"/>
    <p:sldId id="285" r:id="rId10"/>
    <p:sldId id="286" r:id="rId11"/>
    <p:sldId id="272" r:id="rId12"/>
    <p:sldId id="303" r:id="rId13"/>
    <p:sldId id="304" r:id="rId14"/>
    <p:sldId id="270" r:id="rId15"/>
    <p:sldId id="305" r:id="rId16"/>
    <p:sldId id="306" r:id="rId17"/>
    <p:sldId id="292" r:id="rId18"/>
    <p:sldId id="29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EA0AD1-7042-4338-BF26-C7611BB631FB}" v="4" dt="2024-08-10T05:42:46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7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l Singh" userId="5383052a9505bb1d" providerId="LiveId" clId="{90F77C11-96D1-4395-BADF-FECE0E27AA3D}"/>
    <pc:docChg chg="modSld">
      <pc:chgData name="Sonal Singh" userId="5383052a9505bb1d" providerId="LiveId" clId="{90F77C11-96D1-4395-BADF-FECE0E27AA3D}" dt="2024-07-20T10:46:40.293" v="1" actId="17032"/>
      <pc:docMkLst>
        <pc:docMk/>
      </pc:docMkLst>
      <pc:sldChg chg="modSp mod">
        <pc:chgData name="Sonal Singh" userId="5383052a9505bb1d" providerId="LiveId" clId="{90F77C11-96D1-4395-BADF-FECE0E27AA3D}" dt="2024-07-20T10:46:40.293" v="1" actId="17032"/>
        <pc:sldMkLst>
          <pc:docMk/>
          <pc:sldMk cId="3658477976" sldId="261"/>
        </pc:sldMkLst>
        <pc:spChg chg="mod">
          <ac:chgData name="Sonal Singh" userId="5383052a9505bb1d" providerId="LiveId" clId="{90F77C11-96D1-4395-BADF-FECE0E27AA3D}" dt="2024-07-20T10:46:40.293" v="1" actId="17032"/>
          <ac:spMkLst>
            <pc:docMk/>
            <pc:sldMk cId="3658477976" sldId="261"/>
            <ac:spMk id="20" creationId="{CE9ADD15-A90A-4DE7-00AE-ADEBE3839B57}"/>
          </ac:spMkLst>
        </pc:spChg>
      </pc:sldChg>
      <pc:sldChg chg="modSp mod">
        <pc:chgData name="Sonal Singh" userId="5383052a9505bb1d" providerId="LiveId" clId="{90F77C11-96D1-4395-BADF-FECE0E27AA3D}" dt="2024-07-20T10:46:29.147" v="0" actId="17032"/>
        <pc:sldMkLst>
          <pc:docMk/>
          <pc:sldMk cId="2826048776" sldId="271"/>
        </pc:sldMkLst>
        <pc:spChg chg="mod">
          <ac:chgData name="Sonal Singh" userId="5383052a9505bb1d" providerId="LiveId" clId="{90F77C11-96D1-4395-BADF-FECE0E27AA3D}" dt="2024-07-20T10:46:29.147" v="0" actId="17032"/>
          <ac:spMkLst>
            <pc:docMk/>
            <pc:sldMk cId="2826048776" sldId="271"/>
            <ac:spMk id="6" creationId="{0316F1A0-39D3-2EFE-9CE2-3C8A35CCAF45}"/>
          </ac:spMkLst>
        </pc:spChg>
      </pc:sldChg>
    </pc:docChg>
  </pc:docChgLst>
  <pc:docChgLst>
    <pc:chgData name="Sonal Singh" userId="5383052a9505bb1d" providerId="LiveId" clId="{FC5E1260-5AB0-4AA6-B1BC-867B56C42C86}"/>
    <pc:docChg chg="undo custSel addSld delSld modSld sldOrd">
      <pc:chgData name="Sonal Singh" userId="5383052a9505bb1d" providerId="LiveId" clId="{FC5E1260-5AB0-4AA6-B1BC-867B56C42C86}" dt="2024-08-09T06:51:19.386" v="1426" actId="2696"/>
      <pc:docMkLst>
        <pc:docMk/>
      </pc:docMkLst>
      <pc:sldChg chg="addSp modSp mod ord">
        <pc:chgData name="Sonal Singh" userId="5383052a9505bb1d" providerId="LiveId" clId="{FC5E1260-5AB0-4AA6-B1BC-867B56C42C86}" dt="2024-08-04T08:53:53.244" v="1245" actId="20577"/>
        <pc:sldMkLst>
          <pc:docMk/>
          <pc:sldMk cId="3671895821" sldId="257"/>
        </pc:sldMkLst>
        <pc:spChg chg="add">
          <ac:chgData name="Sonal Singh" userId="5383052a9505bb1d" providerId="LiveId" clId="{FC5E1260-5AB0-4AA6-B1BC-867B56C42C86}" dt="2024-07-29T08:15:21.483" v="74"/>
          <ac:spMkLst>
            <pc:docMk/>
            <pc:sldMk cId="3671895821" sldId="257"/>
            <ac:spMk id="2" creationId="{90AEF0ED-2E81-CD2B-88C3-30F32E166350}"/>
          </ac:spMkLst>
        </pc:spChg>
        <pc:spChg chg="add">
          <ac:chgData name="Sonal Singh" userId="5383052a9505bb1d" providerId="LiveId" clId="{FC5E1260-5AB0-4AA6-B1BC-867B56C42C86}" dt="2024-07-29T08:15:26.038" v="75"/>
          <ac:spMkLst>
            <pc:docMk/>
            <pc:sldMk cId="3671895821" sldId="257"/>
            <ac:spMk id="3" creationId="{4B65A83E-067E-E484-48A5-6910FC71F6B7}"/>
          </ac:spMkLst>
        </pc:spChg>
        <pc:spChg chg="mod">
          <ac:chgData name="Sonal Singh" userId="5383052a9505bb1d" providerId="LiveId" clId="{FC5E1260-5AB0-4AA6-B1BC-867B56C42C86}" dt="2024-07-29T08:17:09.339" v="90" actId="20577"/>
          <ac:spMkLst>
            <pc:docMk/>
            <pc:sldMk cId="3671895821" sldId="257"/>
            <ac:spMk id="5" creationId="{4B7F2568-1F55-7AE0-24FA-E8DDEE0CD38C}"/>
          </ac:spMkLst>
        </pc:spChg>
        <pc:spChg chg="add mod">
          <ac:chgData name="Sonal Singh" userId="5383052a9505bb1d" providerId="LiveId" clId="{FC5E1260-5AB0-4AA6-B1BC-867B56C42C86}" dt="2024-07-29T08:15:39.284" v="77"/>
          <ac:spMkLst>
            <pc:docMk/>
            <pc:sldMk cId="3671895821" sldId="257"/>
            <ac:spMk id="6" creationId="{533955A2-C371-353E-C58E-8D8C8F119898}"/>
          </ac:spMkLst>
        </pc:spChg>
        <pc:spChg chg="mod">
          <ac:chgData name="Sonal Singh" userId="5383052a9505bb1d" providerId="LiveId" clId="{FC5E1260-5AB0-4AA6-B1BC-867B56C42C86}" dt="2024-08-04T08:53:53.244" v="1245" actId="20577"/>
          <ac:spMkLst>
            <pc:docMk/>
            <pc:sldMk cId="3671895821" sldId="257"/>
            <ac:spMk id="7" creationId="{80941D57-C682-6D62-8BEA-A38D19E89F36}"/>
          </ac:spMkLst>
        </pc:spChg>
      </pc:sldChg>
      <pc:sldChg chg="addSp delSp modSp mod">
        <pc:chgData name="Sonal Singh" userId="5383052a9505bb1d" providerId="LiveId" clId="{FC5E1260-5AB0-4AA6-B1BC-867B56C42C86}" dt="2024-08-04T10:30:20.781" v="1309"/>
        <pc:sldMkLst>
          <pc:docMk/>
          <pc:sldMk cId="3633284190" sldId="258"/>
        </pc:sldMkLst>
        <pc:spChg chg="del">
          <ac:chgData name="Sonal Singh" userId="5383052a9505bb1d" providerId="LiveId" clId="{FC5E1260-5AB0-4AA6-B1BC-867B56C42C86}" dt="2024-08-04T10:30:10.425" v="1308" actId="21"/>
          <ac:spMkLst>
            <pc:docMk/>
            <pc:sldMk cId="3633284190" sldId="258"/>
            <ac:spMk id="2" creationId="{A2F51425-A86E-03DC-824E-2BF394227D55}"/>
          </ac:spMkLst>
        </pc:spChg>
        <pc:spChg chg="add mod">
          <ac:chgData name="Sonal Singh" userId="5383052a9505bb1d" providerId="LiveId" clId="{FC5E1260-5AB0-4AA6-B1BC-867B56C42C86}" dt="2024-08-04T10:30:20.781" v="1309"/>
          <ac:spMkLst>
            <pc:docMk/>
            <pc:sldMk cId="3633284190" sldId="258"/>
            <ac:spMk id="6" creationId="{26CDC2A0-181D-D1C1-A7EA-CD44AA65EA4D}"/>
          </ac:spMkLst>
        </pc:spChg>
      </pc:sldChg>
      <pc:sldChg chg="modSp mod">
        <pc:chgData name="Sonal Singh" userId="5383052a9505bb1d" providerId="LiveId" clId="{FC5E1260-5AB0-4AA6-B1BC-867B56C42C86}" dt="2024-08-04T10:35:47.257" v="1348" actId="1076"/>
        <pc:sldMkLst>
          <pc:docMk/>
          <pc:sldMk cId="1347815418" sldId="259"/>
        </pc:sldMkLst>
        <pc:spChg chg="mod">
          <ac:chgData name="Sonal Singh" userId="5383052a9505bb1d" providerId="LiveId" clId="{FC5E1260-5AB0-4AA6-B1BC-867B56C42C86}" dt="2024-08-04T10:35:47.257" v="1348" actId="1076"/>
          <ac:spMkLst>
            <pc:docMk/>
            <pc:sldMk cId="1347815418" sldId="259"/>
            <ac:spMk id="2" creationId="{1860F22C-7AD3-EB3C-2FB9-BD9089E362A0}"/>
          </ac:spMkLst>
        </pc:spChg>
      </pc:sldChg>
      <pc:sldChg chg="modSp mod">
        <pc:chgData name="Sonal Singh" userId="5383052a9505bb1d" providerId="LiveId" clId="{FC5E1260-5AB0-4AA6-B1BC-867B56C42C86}" dt="2024-08-01T05:46:37.600" v="254" actId="20577"/>
        <pc:sldMkLst>
          <pc:docMk/>
          <pc:sldMk cId="3658477976" sldId="261"/>
        </pc:sldMkLst>
        <pc:spChg chg="mod">
          <ac:chgData name="Sonal Singh" userId="5383052a9505bb1d" providerId="LiveId" clId="{FC5E1260-5AB0-4AA6-B1BC-867B56C42C86}" dt="2024-08-01T05:46:37.600" v="254" actId="20577"/>
          <ac:spMkLst>
            <pc:docMk/>
            <pc:sldMk cId="3658477976" sldId="261"/>
            <ac:spMk id="10" creationId="{0260CE6E-BAC9-6046-529C-D12194E52C06}"/>
          </ac:spMkLst>
        </pc:spChg>
      </pc:sldChg>
      <pc:sldChg chg="addSp delSp modSp mod ord">
        <pc:chgData name="Sonal Singh" userId="5383052a9505bb1d" providerId="LiveId" clId="{FC5E1260-5AB0-4AA6-B1BC-867B56C42C86}" dt="2024-08-02T10:55:50.668" v="1181" actId="27636"/>
        <pc:sldMkLst>
          <pc:docMk/>
          <pc:sldMk cId="2087917688" sldId="264"/>
        </pc:sldMkLst>
        <pc:spChg chg="add del mod">
          <ac:chgData name="Sonal Singh" userId="5383052a9505bb1d" providerId="LiveId" clId="{FC5E1260-5AB0-4AA6-B1BC-867B56C42C86}" dt="2024-08-02T10:55:50.668" v="1181" actId="27636"/>
          <ac:spMkLst>
            <pc:docMk/>
            <pc:sldMk cId="2087917688" sldId="264"/>
            <ac:spMk id="3" creationId="{3E878550-3831-319A-E517-320C1338A834}"/>
          </ac:spMkLst>
        </pc:spChg>
        <pc:spChg chg="mod">
          <ac:chgData name="Sonal Singh" userId="5383052a9505bb1d" providerId="LiveId" clId="{FC5E1260-5AB0-4AA6-B1BC-867B56C42C86}" dt="2024-08-02T10:52:35.891" v="1121" actId="20577"/>
          <ac:spMkLst>
            <pc:docMk/>
            <pc:sldMk cId="2087917688" sldId="264"/>
            <ac:spMk id="5" creationId="{4B7F2568-1F55-7AE0-24FA-E8DDEE0CD38C}"/>
          </ac:spMkLst>
        </pc:spChg>
        <pc:spChg chg="add mod">
          <ac:chgData name="Sonal Singh" userId="5383052a9505bb1d" providerId="LiveId" clId="{FC5E1260-5AB0-4AA6-B1BC-867B56C42C86}" dt="2024-08-02T10:54:10.547" v="1163"/>
          <ac:spMkLst>
            <pc:docMk/>
            <pc:sldMk cId="2087917688" sldId="264"/>
            <ac:spMk id="6" creationId="{D7E4AC52-6D24-D11E-7933-7B9C23513495}"/>
          </ac:spMkLst>
        </pc:spChg>
        <pc:spChg chg="del">
          <ac:chgData name="Sonal Singh" userId="5383052a9505bb1d" providerId="LiveId" clId="{FC5E1260-5AB0-4AA6-B1BC-867B56C42C86}" dt="2024-08-02T10:52:08.781" v="1085" actId="21"/>
          <ac:spMkLst>
            <pc:docMk/>
            <pc:sldMk cId="2087917688" sldId="264"/>
            <ac:spMk id="7" creationId="{80941D57-C682-6D62-8BEA-A38D19E89F36}"/>
          </ac:spMkLst>
        </pc:spChg>
      </pc:sldChg>
      <pc:sldChg chg="addSp delSp modSp mod">
        <pc:chgData name="Sonal Singh" userId="5383052a9505bb1d" providerId="LiveId" clId="{FC5E1260-5AB0-4AA6-B1BC-867B56C42C86}" dt="2024-08-02T10:33:48.009" v="828" actId="1076"/>
        <pc:sldMkLst>
          <pc:docMk/>
          <pc:sldMk cId="2423982625" sldId="265"/>
        </pc:sldMkLst>
        <pc:spChg chg="add del mod">
          <ac:chgData name="Sonal Singh" userId="5383052a9505bb1d" providerId="LiveId" clId="{FC5E1260-5AB0-4AA6-B1BC-867B56C42C86}" dt="2024-08-02T09:55:41.090" v="258" actId="21"/>
          <ac:spMkLst>
            <pc:docMk/>
            <pc:sldMk cId="2423982625" sldId="265"/>
            <ac:spMk id="3" creationId="{ED2F1D03-5E44-F598-C5DF-F2ABC8FDE43E}"/>
          </ac:spMkLst>
        </pc:spChg>
        <pc:spChg chg="del">
          <ac:chgData name="Sonal Singh" userId="5383052a9505bb1d" providerId="LiveId" clId="{FC5E1260-5AB0-4AA6-B1BC-867B56C42C86}" dt="2024-08-02T09:55:36.730" v="257" actId="21"/>
          <ac:spMkLst>
            <pc:docMk/>
            <pc:sldMk cId="2423982625" sldId="265"/>
            <ac:spMk id="7" creationId="{80941D57-C682-6D62-8BEA-A38D19E89F36}"/>
          </ac:spMkLst>
        </pc:spChg>
        <pc:spChg chg="add mod">
          <ac:chgData name="Sonal Singh" userId="5383052a9505bb1d" providerId="LiveId" clId="{FC5E1260-5AB0-4AA6-B1BC-867B56C42C86}" dt="2024-08-02T10:27:58.829" v="711" actId="403"/>
          <ac:spMkLst>
            <pc:docMk/>
            <pc:sldMk cId="2423982625" sldId="265"/>
            <ac:spMk id="16" creationId="{A2C1FD4A-EA52-D259-D12C-E1C421259420}"/>
          </ac:spMkLst>
        </pc:spChg>
        <pc:spChg chg="add mod">
          <ac:chgData name="Sonal Singh" userId="5383052a9505bb1d" providerId="LiveId" clId="{FC5E1260-5AB0-4AA6-B1BC-867B56C42C86}" dt="2024-08-02T10:28:02.179" v="712" actId="403"/>
          <ac:spMkLst>
            <pc:docMk/>
            <pc:sldMk cId="2423982625" sldId="265"/>
            <ac:spMk id="18" creationId="{DAD99801-2B2F-3667-4499-11D7BD22E60A}"/>
          </ac:spMkLst>
        </pc:spChg>
        <pc:spChg chg="add mod">
          <ac:chgData name="Sonal Singh" userId="5383052a9505bb1d" providerId="LiveId" clId="{FC5E1260-5AB0-4AA6-B1BC-867B56C42C86}" dt="2024-08-02T10:32:40.609" v="804" actId="1076"/>
          <ac:spMkLst>
            <pc:docMk/>
            <pc:sldMk cId="2423982625" sldId="265"/>
            <ac:spMk id="19" creationId="{05E32E8C-4C1A-C6E1-6DF4-671017C42051}"/>
          </ac:spMkLst>
        </pc:spChg>
        <pc:spChg chg="add mod">
          <ac:chgData name="Sonal Singh" userId="5383052a9505bb1d" providerId="LiveId" clId="{FC5E1260-5AB0-4AA6-B1BC-867B56C42C86}" dt="2024-08-02T10:28:58.742" v="768" actId="14100"/>
          <ac:spMkLst>
            <pc:docMk/>
            <pc:sldMk cId="2423982625" sldId="265"/>
            <ac:spMk id="20" creationId="{7F356245-AF1B-8029-AB0D-BF7511A8A660}"/>
          </ac:spMkLst>
        </pc:spChg>
        <pc:spChg chg="add mod">
          <ac:chgData name="Sonal Singh" userId="5383052a9505bb1d" providerId="LiveId" clId="{FC5E1260-5AB0-4AA6-B1BC-867B56C42C86}" dt="2024-08-02T10:29:16.150" v="772" actId="14100"/>
          <ac:spMkLst>
            <pc:docMk/>
            <pc:sldMk cId="2423982625" sldId="265"/>
            <ac:spMk id="21" creationId="{9D57E58D-5985-F38A-A6ED-F9F66E8CFE9F}"/>
          </ac:spMkLst>
        </pc:spChg>
        <pc:spChg chg="add mod">
          <ac:chgData name="Sonal Singh" userId="5383052a9505bb1d" providerId="LiveId" clId="{FC5E1260-5AB0-4AA6-B1BC-867B56C42C86}" dt="2024-08-02T10:29:07.113" v="770" actId="1076"/>
          <ac:spMkLst>
            <pc:docMk/>
            <pc:sldMk cId="2423982625" sldId="265"/>
            <ac:spMk id="22" creationId="{50010D1C-64E5-01DE-664D-FFED7533117D}"/>
          </ac:spMkLst>
        </pc:spChg>
        <pc:spChg chg="add mod">
          <ac:chgData name="Sonal Singh" userId="5383052a9505bb1d" providerId="LiveId" clId="{FC5E1260-5AB0-4AA6-B1BC-867B56C42C86}" dt="2024-08-02T10:29:20.599" v="773" actId="1076"/>
          <ac:spMkLst>
            <pc:docMk/>
            <pc:sldMk cId="2423982625" sldId="265"/>
            <ac:spMk id="23" creationId="{2411D081-A175-9AAF-5CA3-99F1BD3432CC}"/>
          </ac:spMkLst>
        </pc:spChg>
        <pc:spChg chg="add mod">
          <ac:chgData name="Sonal Singh" userId="5383052a9505bb1d" providerId="LiveId" clId="{FC5E1260-5AB0-4AA6-B1BC-867B56C42C86}" dt="2024-08-02T10:29:43.919" v="776"/>
          <ac:spMkLst>
            <pc:docMk/>
            <pc:sldMk cId="2423982625" sldId="265"/>
            <ac:spMk id="26" creationId="{7F219F75-E21F-71D7-69CC-1C0F417BA7A7}"/>
          </ac:spMkLst>
        </pc:spChg>
        <pc:spChg chg="add mod">
          <ac:chgData name="Sonal Singh" userId="5383052a9505bb1d" providerId="LiveId" clId="{FC5E1260-5AB0-4AA6-B1BC-867B56C42C86}" dt="2024-08-02T10:32:10.579" v="802" actId="20577"/>
          <ac:spMkLst>
            <pc:docMk/>
            <pc:sldMk cId="2423982625" sldId="265"/>
            <ac:spMk id="36" creationId="{E1AA022C-3AE5-CB99-6E75-9663EA2394CF}"/>
          </ac:spMkLst>
        </pc:spChg>
        <pc:spChg chg="add mod">
          <ac:chgData name="Sonal Singh" userId="5383052a9505bb1d" providerId="LiveId" clId="{FC5E1260-5AB0-4AA6-B1BC-867B56C42C86}" dt="2024-08-02T10:31:58.149" v="799" actId="1076"/>
          <ac:spMkLst>
            <pc:docMk/>
            <pc:sldMk cId="2423982625" sldId="265"/>
            <ac:spMk id="37" creationId="{21CB009E-6B25-5444-2962-9FEF9D0E1181}"/>
          </ac:spMkLst>
        </pc:spChg>
        <pc:spChg chg="add mod">
          <ac:chgData name="Sonal Singh" userId="5383052a9505bb1d" providerId="LiveId" clId="{FC5E1260-5AB0-4AA6-B1BC-867B56C42C86}" dt="2024-08-02T10:33:48.009" v="828" actId="1076"/>
          <ac:spMkLst>
            <pc:docMk/>
            <pc:sldMk cId="2423982625" sldId="265"/>
            <ac:spMk id="38" creationId="{8B759A3F-C139-F13E-8085-6E8668E80553}"/>
          </ac:spMkLst>
        </pc:spChg>
        <pc:picChg chg="del">
          <ac:chgData name="Sonal Singh" userId="5383052a9505bb1d" providerId="LiveId" clId="{FC5E1260-5AB0-4AA6-B1BC-867B56C42C86}" dt="2024-08-02T09:55:23.452" v="255" actId="21"/>
          <ac:picMkLst>
            <pc:docMk/>
            <pc:sldMk cId="2423982625" sldId="265"/>
            <ac:picMk id="12" creationId="{197F8197-A66B-E360-3CD7-6C96D51E63BB}"/>
          </ac:picMkLst>
        </pc:picChg>
        <pc:cxnChg chg="add del mod">
          <ac:chgData name="Sonal Singh" userId="5383052a9505bb1d" providerId="LiveId" clId="{FC5E1260-5AB0-4AA6-B1BC-867B56C42C86}" dt="2024-08-02T10:26:10.408" v="669" actId="21"/>
          <ac:cxnSpMkLst>
            <pc:docMk/>
            <pc:sldMk cId="2423982625" sldId="265"/>
            <ac:cxnSpMk id="8" creationId="{ED1AA2E5-025C-9FEE-458E-95F1E231B7ED}"/>
          </ac:cxnSpMkLst>
        </pc:cxnChg>
        <pc:cxnChg chg="add del mod">
          <ac:chgData name="Sonal Singh" userId="5383052a9505bb1d" providerId="LiveId" clId="{FC5E1260-5AB0-4AA6-B1BC-867B56C42C86}" dt="2024-08-02T10:26:14.424" v="670" actId="21"/>
          <ac:cxnSpMkLst>
            <pc:docMk/>
            <pc:sldMk cId="2423982625" sldId="265"/>
            <ac:cxnSpMk id="13" creationId="{768BAB51-1A1C-253A-22EC-DC61FA0258A9}"/>
          </ac:cxnSpMkLst>
        </pc:cxnChg>
        <pc:cxnChg chg="add mod">
          <ac:chgData name="Sonal Singh" userId="5383052a9505bb1d" providerId="LiveId" clId="{FC5E1260-5AB0-4AA6-B1BC-867B56C42C86}" dt="2024-08-02T10:26:32.039" v="673"/>
          <ac:cxnSpMkLst>
            <pc:docMk/>
            <pc:sldMk cId="2423982625" sldId="265"/>
            <ac:cxnSpMk id="17" creationId="{768BAB51-1A1C-253A-22EC-DC61FA0258A9}"/>
          </ac:cxnSpMkLst>
        </pc:cxnChg>
        <pc:cxnChg chg="add mod">
          <ac:chgData name="Sonal Singh" userId="5383052a9505bb1d" providerId="LiveId" clId="{FC5E1260-5AB0-4AA6-B1BC-867B56C42C86}" dt="2024-08-02T10:29:41.129" v="775" actId="13822"/>
          <ac:cxnSpMkLst>
            <pc:docMk/>
            <pc:sldMk cId="2423982625" sldId="265"/>
            <ac:cxnSpMk id="25" creationId="{97E3BADB-EA05-B93F-957C-FE1F2349131B}"/>
          </ac:cxnSpMkLst>
        </pc:cxnChg>
        <pc:cxnChg chg="add mod">
          <ac:chgData name="Sonal Singh" userId="5383052a9505bb1d" providerId="LiveId" clId="{FC5E1260-5AB0-4AA6-B1BC-867B56C42C86}" dt="2024-08-02T10:29:58.459" v="779" actId="1076"/>
          <ac:cxnSpMkLst>
            <pc:docMk/>
            <pc:sldMk cId="2423982625" sldId="265"/>
            <ac:cxnSpMk id="27" creationId="{12CB3D52-288F-9D5E-060C-672C29BF1B79}"/>
          </ac:cxnSpMkLst>
        </pc:cxnChg>
        <pc:cxnChg chg="add mod">
          <ac:chgData name="Sonal Singh" userId="5383052a9505bb1d" providerId="LiveId" clId="{FC5E1260-5AB0-4AA6-B1BC-867B56C42C86}" dt="2024-08-02T10:30:31.379" v="785" actId="14100"/>
          <ac:cxnSpMkLst>
            <pc:docMk/>
            <pc:sldMk cId="2423982625" sldId="265"/>
            <ac:cxnSpMk id="29" creationId="{90F3F384-E0C1-20D7-77D5-A1E2FB531241}"/>
          </ac:cxnSpMkLst>
        </pc:cxnChg>
        <pc:cxnChg chg="add mod">
          <ac:chgData name="Sonal Singh" userId="5383052a9505bb1d" providerId="LiveId" clId="{FC5E1260-5AB0-4AA6-B1BC-867B56C42C86}" dt="2024-08-02T10:30:21.539" v="783" actId="14100"/>
          <ac:cxnSpMkLst>
            <pc:docMk/>
            <pc:sldMk cId="2423982625" sldId="265"/>
            <ac:cxnSpMk id="30" creationId="{51FFEBC8-01DE-A320-036F-EECDC1985098}"/>
          </ac:cxnSpMkLst>
        </pc:cxnChg>
        <pc:cxnChg chg="add mod">
          <ac:chgData name="Sonal Singh" userId="5383052a9505bb1d" providerId="LiveId" clId="{FC5E1260-5AB0-4AA6-B1BC-867B56C42C86}" dt="2024-08-02T10:30:55.319" v="787" actId="13822"/>
          <ac:cxnSpMkLst>
            <pc:docMk/>
            <pc:sldMk cId="2423982625" sldId="265"/>
            <ac:cxnSpMk id="34" creationId="{11518116-53B6-8984-91B2-22CA240A8899}"/>
          </ac:cxnSpMkLst>
        </pc:cxnChg>
        <pc:cxnChg chg="add mod">
          <ac:chgData name="Sonal Singh" userId="5383052a9505bb1d" providerId="LiveId" clId="{FC5E1260-5AB0-4AA6-B1BC-867B56C42C86}" dt="2024-08-02T10:31:05.060" v="789" actId="1076"/>
          <ac:cxnSpMkLst>
            <pc:docMk/>
            <pc:sldMk cId="2423982625" sldId="265"/>
            <ac:cxnSpMk id="35" creationId="{7BC439F8-DFFA-896B-7B6E-C579046218DC}"/>
          </ac:cxnSpMkLst>
        </pc:cxnChg>
      </pc:sldChg>
      <pc:sldChg chg="addSp delSp modSp mod">
        <pc:chgData name="Sonal Singh" userId="5383052a9505bb1d" providerId="LiveId" clId="{FC5E1260-5AB0-4AA6-B1BC-867B56C42C86}" dt="2024-08-02T10:47:43.470" v="1048" actId="20577"/>
        <pc:sldMkLst>
          <pc:docMk/>
          <pc:sldMk cId="3141726401" sldId="266"/>
        </pc:sldMkLst>
        <pc:spChg chg="add del mod">
          <ac:chgData name="Sonal Singh" userId="5383052a9505bb1d" providerId="LiveId" clId="{FC5E1260-5AB0-4AA6-B1BC-867B56C42C86}" dt="2024-08-02T10:44:02.975" v="983" actId="21"/>
          <ac:spMkLst>
            <pc:docMk/>
            <pc:sldMk cId="3141726401" sldId="266"/>
            <ac:spMk id="3" creationId="{F4B031A4-6CFE-580B-943A-9EECA1803BFA}"/>
          </ac:spMkLst>
        </pc:spChg>
        <pc:spChg chg="mod">
          <ac:chgData name="Sonal Singh" userId="5383052a9505bb1d" providerId="LiveId" clId="{FC5E1260-5AB0-4AA6-B1BC-867B56C42C86}" dt="2024-08-02T10:47:43.470" v="1048" actId="20577"/>
          <ac:spMkLst>
            <pc:docMk/>
            <pc:sldMk cId="3141726401" sldId="266"/>
            <ac:spMk id="5" creationId="{4B7F2568-1F55-7AE0-24FA-E8DDEE0CD38C}"/>
          </ac:spMkLst>
        </pc:spChg>
        <pc:spChg chg="del">
          <ac:chgData name="Sonal Singh" userId="5383052a9505bb1d" providerId="LiveId" clId="{FC5E1260-5AB0-4AA6-B1BC-867B56C42C86}" dt="2024-08-02T10:43:59.319" v="982" actId="21"/>
          <ac:spMkLst>
            <pc:docMk/>
            <pc:sldMk cId="3141726401" sldId="266"/>
            <ac:spMk id="7" creationId="{80941D57-C682-6D62-8BEA-A38D19E89F36}"/>
          </ac:spMkLst>
        </pc:spChg>
        <pc:spChg chg="add mod">
          <ac:chgData name="Sonal Singh" userId="5383052a9505bb1d" providerId="LiveId" clId="{FC5E1260-5AB0-4AA6-B1BC-867B56C42C86}" dt="2024-08-02T10:47:23.936" v="1008" actId="1076"/>
          <ac:spMkLst>
            <pc:docMk/>
            <pc:sldMk cId="3141726401" sldId="266"/>
            <ac:spMk id="8" creationId="{9969FC28-6E37-E4D5-7A96-336FA944E0C2}"/>
          </ac:spMkLst>
        </pc:spChg>
      </pc:sldChg>
      <pc:sldChg chg="addSp delSp modSp mod">
        <pc:chgData name="Sonal Singh" userId="5383052a9505bb1d" providerId="LiveId" clId="{FC5E1260-5AB0-4AA6-B1BC-867B56C42C86}" dt="2024-08-04T10:22:29.981" v="1270" actId="1076"/>
        <pc:sldMkLst>
          <pc:docMk/>
          <pc:sldMk cId="1241147177" sldId="267"/>
        </pc:sldMkLst>
        <pc:spChg chg="add mod">
          <ac:chgData name="Sonal Singh" userId="5383052a9505bb1d" providerId="LiveId" clId="{FC5E1260-5AB0-4AA6-B1BC-867B56C42C86}" dt="2024-08-04T10:22:29.981" v="1270" actId="1076"/>
          <ac:spMkLst>
            <pc:docMk/>
            <pc:sldMk cId="1241147177" sldId="267"/>
            <ac:spMk id="3" creationId="{ACBDE867-F851-1865-96DB-C646D53311FE}"/>
          </ac:spMkLst>
        </pc:spChg>
        <pc:spChg chg="del">
          <ac:chgData name="Sonal Singh" userId="5383052a9505bb1d" providerId="LiveId" clId="{FC5E1260-5AB0-4AA6-B1BC-867B56C42C86}" dt="2024-08-04T10:22:04.164" v="1265" actId="21"/>
          <ac:spMkLst>
            <pc:docMk/>
            <pc:sldMk cId="1241147177" sldId="267"/>
            <ac:spMk id="7" creationId="{80941D57-C682-6D62-8BEA-A38D19E89F36}"/>
          </ac:spMkLst>
        </pc:spChg>
      </pc:sldChg>
      <pc:sldChg chg="addSp delSp modSp mod">
        <pc:chgData name="Sonal Singh" userId="5383052a9505bb1d" providerId="LiveId" clId="{FC5E1260-5AB0-4AA6-B1BC-867B56C42C86}" dt="2024-08-02T10:25:53.755" v="668" actId="20577"/>
        <pc:sldMkLst>
          <pc:docMk/>
          <pc:sldMk cId="2415234794" sldId="268"/>
        </pc:sldMkLst>
        <pc:spChg chg="del">
          <ac:chgData name="Sonal Singh" userId="5383052a9505bb1d" providerId="LiveId" clId="{FC5E1260-5AB0-4AA6-B1BC-867B56C42C86}" dt="2024-08-02T10:20:50.572" v="528" actId="21"/>
          <ac:spMkLst>
            <pc:docMk/>
            <pc:sldMk cId="2415234794" sldId="268"/>
            <ac:spMk id="6" creationId="{76E51217-9446-B67F-C2F4-9B436B878A0E}"/>
          </ac:spMkLst>
        </pc:spChg>
        <pc:spChg chg="add del mod">
          <ac:chgData name="Sonal Singh" userId="5383052a9505bb1d" providerId="LiveId" clId="{FC5E1260-5AB0-4AA6-B1BC-867B56C42C86}" dt="2024-08-02T10:20:56.607" v="530" actId="21"/>
          <ac:spMkLst>
            <pc:docMk/>
            <pc:sldMk cId="2415234794" sldId="268"/>
            <ac:spMk id="10" creationId="{76E51217-9446-B67F-C2F4-9B436B878A0E}"/>
          </ac:spMkLst>
        </pc:spChg>
        <pc:spChg chg="add mod">
          <ac:chgData name="Sonal Singh" userId="5383052a9505bb1d" providerId="LiveId" clId="{FC5E1260-5AB0-4AA6-B1BC-867B56C42C86}" dt="2024-08-02T10:22:57.600" v="566" actId="17032"/>
          <ac:spMkLst>
            <pc:docMk/>
            <pc:sldMk cId="2415234794" sldId="268"/>
            <ac:spMk id="16" creationId="{0384D157-F8E0-AAFB-DEEC-609A916B8779}"/>
          </ac:spMkLst>
        </pc:spChg>
        <pc:spChg chg="add mod">
          <ac:chgData name="Sonal Singh" userId="5383052a9505bb1d" providerId="LiveId" clId="{FC5E1260-5AB0-4AA6-B1BC-867B56C42C86}" dt="2024-08-02T10:23:50.378" v="616" actId="20577"/>
          <ac:spMkLst>
            <pc:docMk/>
            <pc:sldMk cId="2415234794" sldId="268"/>
            <ac:spMk id="17" creationId="{00300C8B-7794-C217-1C8B-6CF2A005B3F3}"/>
          </ac:spMkLst>
        </pc:spChg>
        <pc:spChg chg="add mod">
          <ac:chgData name="Sonal Singh" userId="5383052a9505bb1d" providerId="LiveId" clId="{FC5E1260-5AB0-4AA6-B1BC-867B56C42C86}" dt="2024-08-02T10:25:06.259" v="646" actId="17032"/>
          <ac:spMkLst>
            <pc:docMk/>
            <pc:sldMk cId="2415234794" sldId="268"/>
            <ac:spMk id="18" creationId="{01EFF701-B1ED-4579-D6BB-E7F2D3AF071C}"/>
          </ac:spMkLst>
        </pc:spChg>
        <pc:spChg chg="add mod">
          <ac:chgData name="Sonal Singh" userId="5383052a9505bb1d" providerId="LiveId" clId="{FC5E1260-5AB0-4AA6-B1BC-867B56C42C86}" dt="2024-08-02T10:25:44.613" v="662" actId="20577"/>
          <ac:spMkLst>
            <pc:docMk/>
            <pc:sldMk cId="2415234794" sldId="268"/>
            <ac:spMk id="19" creationId="{E4DD6C14-A346-6221-6F9B-55961A3DF618}"/>
          </ac:spMkLst>
        </pc:spChg>
        <pc:spChg chg="add mod">
          <ac:chgData name="Sonal Singh" userId="5383052a9505bb1d" providerId="LiveId" clId="{FC5E1260-5AB0-4AA6-B1BC-867B56C42C86}" dt="2024-08-02T10:25:53.755" v="668" actId="20577"/>
          <ac:spMkLst>
            <pc:docMk/>
            <pc:sldMk cId="2415234794" sldId="268"/>
            <ac:spMk id="20" creationId="{5A13D9B6-C940-2463-237C-079308BD32DE}"/>
          </ac:spMkLst>
        </pc:spChg>
        <pc:picChg chg="del">
          <ac:chgData name="Sonal Singh" userId="5383052a9505bb1d" providerId="LiveId" clId="{FC5E1260-5AB0-4AA6-B1BC-867B56C42C86}" dt="2024-08-02T10:19:28.202" v="523" actId="21"/>
          <ac:picMkLst>
            <pc:docMk/>
            <pc:sldMk cId="2415234794" sldId="268"/>
            <ac:picMk id="3" creationId="{0164ACDA-A05C-E949-698B-2CC56FE7C6DC}"/>
          </ac:picMkLst>
        </pc:picChg>
        <pc:picChg chg="add mod">
          <ac:chgData name="Sonal Singh" userId="5383052a9505bb1d" providerId="LiveId" clId="{FC5E1260-5AB0-4AA6-B1BC-867B56C42C86}" dt="2024-08-02T10:24:11.602" v="619" actId="1076"/>
          <ac:picMkLst>
            <pc:docMk/>
            <pc:sldMk cId="2415234794" sldId="268"/>
            <ac:picMk id="7" creationId="{70A96619-7252-660D-FC0C-1EC9FEFE55D8}"/>
          </ac:picMkLst>
        </pc:picChg>
        <pc:picChg chg="add mod">
          <ac:chgData name="Sonal Singh" userId="5383052a9505bb1d" providerId="LiveId" clId="{FC5E1260-5AB0-4AA6-B1BC-867B56C42C86}" dt="2024-08-02T10:24:16.109" v="620" actId="1076"/>
          <ac:picMkLst>
            <pc:docMk/>
            <pc:sldMk cId="2415234794" sldId="268"/>
            <ac:picMk id="9" creationId="{652EE52C-896F-0045-8E5D-DD4471BDD99F}"/>
          </ac:picMkLst>
        </pc:picChg>
        <pc:picChg chg="add mod">
          <ac:chgData name="Sonal Singh" userId="5383052a9505bb1d" providerId="LiveId" clId="{FC5E1260-5AB0-4AA6-B1BC-867B56C42C86}" dt="2024-08-02T10:24:19.680" v="621" actId="1076"/>
          <ac:picMkLst>
            <pc:docMk/>
            <pc:sldMk cId="2415234794" sldId="268"/>
            <ac:picMk id="11" creationId="{842DCD0A-C800-8DF7-C7CF-307878260A5F}"/>
          </ac:picMkLst>
        </pc:picChg>
        <pc:cxnChg chg="add mod">
          <ac:chgData name="Sonal Singh" userId="5383052a9505bb1d" providerId="LiveId" clId="{FC5E1260-5AB0-4AA6-B1BC-867B56C42C86}" dt="2024-08-02T10:21:35.265" v="535" actId="13822"/>
          <ac:cxnSpMkLst>
            <pc:docMk/>
            <pc:sldMk cId="2415234794" sldId="268"/>
            <ac:cxnSpMk id="13" creationId="{77480B0B-7CDB-85B3-7AE5-AEF72439BAF4}"/>
          </ac:cxnSpMkLst>
        </pc:cxnChg>
        <pc:cxnChg chg="add mod">
          <ac:chgData name="Sonal Singh" userId="5383052a9505bb1d" providerId="LiveId" clId="{FC5E1260-5AB0-4AA6-B1BC-867B56C42C86}" dt="2024-08-02T10:21:51.869" v="538" actId="1076"/>
          <ac:cxnSpMkLst>
            <pc:docMk/>
            <pc:sldMk cId="2415234794" sldId="268"/>
            <ac:cxnSpMk id="14" creationId="{62BFD907-6834-8C72-7586-6D05676573D4}"/>
          </ac:cxnSpMkLst>
        </pc:cxnChg>
      </pc:sldChg>
      <pc:sldChg chg="addSp delSp modSp mod">
        <pc:chgData name="Sonal Singh" userId="5383052a9505bb1d" providerId="LiveId" clId="{FC5E1260-5AB0-4AA6-B1BC-867B56C42C86}" dt="2024-08-02T10:43:31.099" v="979" actId="12"/>
        <pc:sldMkLst>
          <pc:docMk/>
          <pc:sldMk cId="237451570" sldId="269"/>
        </pc:sldMkLst>
        <pc:spChg chg="add del mod">
          <ac:chgData name="Sonal Singh" userId="5383052a9505bb1d" providerId="LiveId" clId="{FC5E1260-5AB0-4AA6-B1BC-867B56C42C86}" dt="2024-08-02T10:39:15.731" v="892" actId="21"/>
          <ac:spMkLst>
            <pc:docMk/>
            <pc:sldMk cId="237451570" sldId="269"/>
            <ac:spMk id="3" creationId="{16BEDEAC-C570-6A7F-BCF8-B9A376B54D87}"/>
          </ac:spMkLst>
        </pc:spChg>
        <pc:spChg chg="mod">
          <ac:chgData name="Sonal Singh" userId="5383052a9505bb1d" providerId="LiveId" clId="{FC5E1260-5AB0-4AA6-B1BC-867B56C42C86}" dt="2024-08-02T10:39:33.160" v="943" actId="20577"/>
          <ac:spMkLst>
            <pc:docMk/>
            <pc:sldMk cId="237451570" sldId="269"/>
            <ac:spMk id="5" creationId="{4B7F2568-1F55-7AE0-24FA-E8DDEE0CD38C}"/>
          </ac:spMkLst>
        </pc:spChg>
        <pc:spChg chg="add">
          <ac:chgData name="Sonal Singh" userId="5383052a9505bb1d" providerId="LiveId" clId="{FC5E1260-5AB0-4AA6-B1BC-867B56C42C86}" dt="2024-08-02T10:40:17.993" v="944"/>
          <ac:spMkLst>
            <pc:docMk/>
            <pc:sldMk cId="237451570" sldId="269"/>
            <ac:spMk id="6" creationId="{19C2992D-DEA0-BBA9-3D98-441B07A79A31}"/>
          </ac:spMkLst>
        </pc:spChg>
        <pc:spChg chg="del">
          <ac:chgData name="Sonal Singh" userId="5383052a9505bb1d" providerId="LiveId" clId="{FC5E1260-5AB0-4AA6-B1BC-867B56C42C86}" dt="2024-08-02T10:39:12.064" v="891" actId="21"/>
          <ac:spMkLst>
            <pc:docMk/>
            <pc:sldMk cId="237451570" sldId="269"/>
            <ac:spMk id="7" creationId="{80941D57-C682-6D62-8BEA-A38D19E89F36}"/>
          </ac:spMkLst>
        </pc:spChg>
        <pc:spChg chg="add mod">
          <ac:chgData name="Sonal Singh" userId="5383052a9505bb1d" providerId="LiveId" clId="{FC5E1260-5AB0-4AA6-B1BC-867B56C42C86}" dt="2024-08-02T10:43:31.099" v="979" actId="12"/>
          <ac:spMkLst>
            <pc:docMk/>
            <pc:sldMk cId="237451570" sldId="269"/>
            <ac:spMk id="9" creationId="{FB007994-92FD-E1EC-91EE-D5E18655DEC8}"/>
          </ac:spMkLst>
        </pc:spChg>
      </pc:sldChg>
      <pc:sldChg chg="modSp mod">
        <pc:chgData name="Sonal Singh" userId="5383052a9505bb1d" providerId="LiveId" clId="{FC5E1260-5AB0-4AA6-B1BC-867B56C42C86}" dt="2024-08-04T10:11:55.092" v="1264" actId="1076"/>
        <pc:sldMkLst>
          <pc:docMk/>
          <pc:sldMk cId="2640295548" sldId="270"/>
        </pc:sldMkLst>
        <pc:spChg chg="mod">
          <ac:chgData name="Sonal Singh" userId="5383052a9505bb1d" providerId="LiveId" clId="{FC5E1260-5AB0-4AA6-B1BC-867B56C42C86}" dt="2024-08-04T10:11:55.092" v="1264" actId="1076"/>
          <ac:spMkLst>
            <pc:docMk/>
            <pc:sldMk cId="2640295548" sldId="270"/>
            <ac:spMk id="7" creationId="{80941D57-C682-6D62-8BEA-A38D19E89F36}"/>
          </ac:spMkLst>
        </pc:spChg>
      </pc:sldChg>
      <pc:sldChg chg="addSp delSp modSp mod">
        <pc:chgData name="Sonal Singh" userId="5383052a9505bb1d" providerId="LiveId" clId="{FC5E1260-5AB0-4AA6-B1BC-867B56C42C86}" dt="2024-08-02T10:19:43.710" v="524" actId="21"/>
        <pc:sldMkLst>
          <pc:docMk/>
          <pc:sldMk cId="2826048776" sldId="271"/>
        </pc:sldMkLst>
        <pc:spChg chg="del mod">
          <ac:chgData name="Sonal Singh" userId="5383052a9505bb1d" providerId="LiveId" clId="{FC5E1260-5AB0-4AA6-B1BC-867B56C42C86}" dt="2024-08-02T10:19:43.710" v="524" actId="21"/>
          <ac:spMkLst>
            <pc:docMk/>
            <pc:sldMk cId="2826048776" sldId="271"/>
            <ac:spMk id="6" creationId="{0316F1A0-39D3-2EFE-9CE2-3C8A35CCAF45}"/>
          </ac:spMkLst>
        </pc:spChg>
        <pc:spChg chg="add del mod">
          <ac:chgData name="Sonal Singh" userId="5383052a9505bb1d" providerId="LiveId" clId="{FC5E1260-5AB0-4AA6-B1BC-867B56C42C86}" dt="2024-08-02T10:13:30.330" v="420" actId="21"/>
          <ac:spMkLst>
            <pc:docMk/>
            <pc:sldMk cId="2826048776" sldId="271"/>
            <ac:spMk id="7" creationId="{40C8F340-F75A-ACC9-CCD2-4AA319227EF4}"/>
          </ac:spMkLst>
        </pc:spChg>
        <pc:spChg chg="add mod">
          <ac:chgData name="Sonal Singh" userId="5383052a9505bb1d" providerId="LiveId" clId="{FC5E1260-5AB0-4AA6-B1BC-867B56C42C86}" dt="2024-08-02T10:17:28.031" v="503" actId="14100"/>
          <ac:spMkLst>
            <pc:docMk/>
            <pc:sldMk cId="2826048776" sldId="271"/>
            <ac:spMk id="8" creationId="{EDD4E7B2-9CB8-C975-39A2-5B7FDFDE110F}"/>
          </ac:spMkLst>
        </pc:spChg>
        <pc:spChg chg="add mod">
          <ac:chgData name="Sonal Singh" userId="5383052a9505bb1d" providerId="LiveId" clId="{FC5E1260-5AB0-4AA6-B1BC-867B56C42C86}" dt="2024-08-02T10:17:33.670" v="504" actId="403"/>
          <ac:spMkLst>
            <pc:docMk/>
            <pc:sldMk cId="2826048776" sldId="271"/>
            <ac:spMk id="9" creationId="{7715B7CA-D324-553C-AB1A-73F014B070FD}"/>
          </ac:spMkLst>
        </pc:spChg>
        <pc:spChg chg="add mod">
          <ac:chgData name="Sonal Singh" userId="5383052a9505bb1d" providerId="LiveId" clId="{FC5E1260-5AB0-4AA6-B1BC-867B56C42C86}" dt="2024-08-02T10:17:37.560" v="505" actId="403"/>
          <ac:spMkLst>
            <pc:docMk/>
            <pc:sldMk cId="2826048776" sldId="271"/>
            <ac:spMk id="10" creationId="{C02644C3-9E50-D014-65BE-E99EC8A1A41E}"/>
          </ac:spMkLst>
        </pc:spChg>
        <pc:spChg chg="add mod">
          <ac:chgData name="Sonal Singh" userId="5383052a9505bb1d" providerId="LiveId" clId="{FC5E1260-5AB0-4AA6-B1BC-867B56C42C86}" dt="2024-08-02T10:17:45.830" v="507" actId="14100"/>
          <ac:spMkLst>
            <pc:docMk/>
            <pc:sldMk cId="2826048776" sldId="271"/>
            <ac:spMk id="11" creationId="{23245F55-CC91-5C13-C32D-E124CBA06216}"/>
          </ac:spMkLst>
        </pc:spChg>
        <pc:spChg chg="add mod">
          <ac:chgData name="Sonal Singh" userId="5383052a9505bb1d" providerId="LiveId" clId="{FC5E1260-5AB0-4AA6-B1BC-867B56C42C86}" dt="2024-08-02T10:17:53.557" v="509" actId="14100"/>
          <ac:spMkLst>
            <pc:docMk/>
            <pc:sldMk cId="2826048776" sldId="271"/>
            <ac:spMk id="12" creationId="{1A37EB1C-E27E-F48E-4664-3E827973B658}"/>
          </ac:spMkLst>
        </pc:spChg>
        <pc:picChg chg="del">
          <ac:chgData name="Sonal Singh" userId="5383052a9505bb1d" providerId="LiveId" clId="{FC5E1260-5AB0-4AA6-B1BC-867B56C42C86}" dt="2024-08-02T10:13:26.220" v="419" actId="21"/>
          <ac:picMkLst>
            <pc:docMk/>
            <pc:sldMk cId="2826048776" sldId="271"/>
            <ac:picMk id="3" creationId="{93BE6866-53D4-9F75-572C-0F9047EB280F}"/>
          </ac:picMkLst>
        </pc:picChg>
        <pc:picChg chg="add mod">
          <ac:chgData name="Sonal Singh" userId="5383052a9505bb1d" providerId="LiveId" clId="{FC5E1260-5AB0-4AA6-B1BC-867B56C42C86}" dt="2024-08-02T10:16:51.720" v="498" actId="688"/>
          <ac:picMkLst>
            <pc:docMk/>
            <pc:sldMk cId="2826048776" sldId="271"/>
            <ac:picMk id="13" creationId="{AA56D88C-9C07-666E-8548-54878DF4B3AA}"/>
          </ac:picMkLst>
        </pc:picChg>
        <pc:picChg chg="add mod">
          <ac:chgData name="Sonal Singh" userId="5383052a9505bb1d" providerId="LiveId" clId="{FC5E1260-5AB0-4AA6-B1BC-867B56C42C86}" dt="2024-08-02T10:15:59.219" v="444" actId="1076"/>
          <ac:picMkLst>
            <pc:docMk/>
            <pc:sldMk cId="2826048776" sldId="271"/>
            <ac:picMk id="14" creationId="{4190DC06-FC52-7478-2F97-ABB8C70EDE03}"/>
          </ac:picMkLst>
        </pc:picChg>
        <pc:picChg chg="add mod">
          <ac:chgData name="Sonal Singh" userId="5383052a9505bb1d" providerId="LiveId" clId="{FC5E1260-5AB0-4AA6-B1BC-867B56C42C86}" dt="2024-08-02T10:15:53.619" v="443" actId="1076"/>
          <ac:picMkLst>
            <pc:docMk/>
            <pc:sldMk cId="2826048776" sldId="271"/>
            <ac:picMk id="15" creationId="{3358120D-2EA8-7B96-8FCD-4FB19223BCA5}"/>
          </ac:picMkLst>
        </pc:picChg>
        <pc:picChg chg="add mod">
          <ac:chgData name="Sonal Singh" userId="5383052a9505bb1d" providerId="LiveId" clId="{FC5E1260-5AB0-4AA6-B1BC-867B56C42C86}" dt="2024-08-02T10:15:48.281" v="442" actId="1076"/>
          <ac:picMkLst>
            <pc:docMk/>
            <pc:sldMk cId="2826048776" sldId="271"/>
            <ac:picMk id="16" creationId="{47FC72CF-C23E-0963-96D8-32C539231C07}"/>
          </ac:picMkLst>
        </pc:picChg>
        <pc:picChg chg="add mod">
          <ac:chgData name="Sonal Singh" userId="5383052a9505bb1d" providerId="LiveId" clId="{FC5E1260-5AB0-4AA6-B1BC-867B56C42C86}" dt="2024-08-02T10:18:35.260" v="517" actId="1076"/>
          <ac:picMkLst>
            <pc:docMk/>
            <pc:sldMk cId="2826048776" sldId="271"/>
            <ac:picMk id="17" creationId="{88862E81-FBC7-3858-6FB9-E52FE82999DA}"/>
          </ac:picMkLst>
        </pc:picChg>
        <pc:picChg chg="add mod">
          <ac:chgData name="Sonal Singh" userId="5383052a9505bb1d" providerId="LiveId" clId="{FC5E1260-5AB0-4AA6-B1BC-867B56C42C86}" dt="2024-08-02T10:18:48.119" v="521" actId="1076"/>
          <ac:picMkLst>
            <pc:docMk/>
            <pc:sldMk cId="2826048776" sldId="271"/>
            <ac:picMk id="18" creationId="{88A10A2C-D857-E82E-FC3C-56003A99F1F4}"/>
          </ac:picMkLst>
        </pc:picChg>
        <pc:picChg chg="add mod">
          <ac:chgData name="Sonal Singh" userId="5383052a9505bb1d" providerId="LiveId" clId="{FC5E1260-5AB0-4AA6-B1BC-867B56C42C86}" dt="2024-08-02T10:18:43.956" v="520" actId="1076"/>
          <ac:picMkLst>
            <pc:docMk/>
            <pc:sldMk cId="2826048776" sldId="271"/>
            <ac:picMk id="19" creationId="{33558EFF-EC60-78B1-5FB8-4490B408D347}"/>
          </ac:picMkLst>
        </pc:picChg>
      </pc:sldChg>
      <pc:sldChg chg="modSp mod">
        <pc:chgData name="Sonal Singh" userId="5383052a9505bb1d" providerId="LiveId" clId="{FC5E1260-5AB0-4AA6-B1BC-867B56C42C86}" dt="2024-08-04T10:45:50.602" v="1353" actId="20577"/>
        <pc:sldMkLst>
          <pc:docMk/>
          <pc:sldMk cId="2737250625" sldId="273"/>
        </pc:sldMkLst>
        <pc:spChg chg="mod">
          <ac:chgData name="Sonal Singh" userId="5383052a9505bb1d" providerId="LiveId" clId="{FC5E1260-5AB0-4AA6-B1BC-867B56C42C86}" dt="2024-08-04T10:45:50.602" v="1353" actId="20577"/>
          <ac:spMkLst>
            <pc:docMk/>
            <pc:sldMk cId="2737250625" sldId="273"/>
            <ac:spMk id="3" creationId="{E0F4A084-F211-135B-3F12-8A98597087E7}"/>
          </ac:spMkLst>
        </pc:spChg>
      </pc:sldChg>
      <pc:sldChg chg="addSp delSp modSp mod">
        <pc:chgData name="Sonal Singh" userId="5383052a9505bb1d" providerId="LiveId" clId="{FC5E1260-5AB0-4AA6-B1BC-867B56C42C86}" dt="2024-08-04T10:53:07.948" v="1424" actId="1076"/>
        <pc:sldMkLst>
          <pc:docMk/>
          <pc:sldMk cId="2558992691" sldId="274"/>
        </pc:sldMkLst>
        <pc:spChg chg="del">
          <ac:chgData name="Sonal Singh" userId="5383052a9505bb1d" providerId="LiveId" clId="{FC5E1260-5AB0-4AA6-B1BC-867B56C42C86}" dt="2024-08-04T10:50:43.104" v="1394" actId="21"/>
          <ac:spMkLst>
            <pc:docMk/>
            <pc:sldMk cId="2558992691" sldId="274"/>
            <ac:spMk id="2" creationId="{6667AB10-718B-18B0-A776-E421D5DECDA0}"/>
          </ac:spMkLst>
        </pc:spChg>
        <pc:spChg chg="mod">
          <ac:chgData name="Sonal Singh" userId="5383052a9505bb1d" providerId="LiveId" clId="{FC5E1260-5AB0-4AA6-B1BC-867B56C42C86}" dt="2024-08-04T10:50:59.265" v="1409" actId="2711"/>
          <ac:spMkLst>
            <pc:docMk/>
            <pc:sldMk cId="2558992691" sldId="274"/>
            <ac:spMk id="5" creationId="{4B7F2568-1F55-7AE0-24FA-E8DDEE0CD38C}"/>
          </ac:spMkLst>
        </pc:spChg>
        <pc:spChg chg="add mod">
          <ac:chgData name="Sonal Singh" userId="5383052a9505bb1d" providerId="LiveId" clId="{FC5E1260-5AB0-4AA6-B1BC-867B56C42C86}" dt="2024-08-04T10:53:07.948" v="1424" actId="1076"/>
          <ac:spMkLst>
            <pc:docMk/>
            <pc:sldMk cId="2558992691" sldId="274"/>
            <ac:spMk id="6" creationId="{56D4E509-3A83-6DF3-F9AC-0E04D021E2CE}"/>
          </ac:spMkLst>
        </pc:spChg>
      </pc:sldChg>
      <pc:sldChg chg="addSp delSp modSp mod">
        <pc:chgData name="Sonal Singh" userId="5383052a9505bb1d" providerId="LiveId" clId="{FC5E1260-5AB0-4AA6-B1BC-867B56C42C86}" dt="2024-08-04T10:50:25.432" v="1392" actId="20577"/>
        <pc:sldMkLst>
          <pc:docMk/>
          <pc:sldMk cId="228798229" sldId="277"/>
        </pc:sldMkLst>
        <pc:spChg chg="del">
          <ac:chgData name="Sonal Singh" userId="5383052a9505bb1d" providerId="LiveId" clId="{FC5E1260-5AB0-4AA6-B1BC-867B56C42C86}" dt="2024-08-04T10:45:56.286" v="1354" actId="21"/>
          <ac:spMkLst>
            <pc:docMk/>
            <pc:sldMk cId="228798229" sldId="277"/>
            <ac:spMk id="3" creationId="{15A8B960-5B48-A767-A1C8-BDDEA4780E8E}"/>
          </ac:spMkLst>
        </pc:spChg>
        <pc:spChg chg="mod">
          <ac:chgData name="Sonal Singh" userId="5383052a9505bb1d" providerId="LiveId" clId="{FC5E1260-5AB0-4AA6-B1BC-867B56C42C86}" dt="2024-08-04T10:50:25.432" v="1392" actId="20577"/>
          <ac:spMkLst>
            <pc:docMk/>
            <pc:sldMk cId="228798229" sldId="277"/>
            <ac:spMk id="5" creationId="{4B7F2568-1F55-7AE0-24FA-E8DDEE0CD38C}"/>
          </ac:spMkLst>
        </pc:spChg>
        <pc:spChg chg="add mod">
          <ac:chgData name="Sonal Singh" userId="5383052a9505bb1d" providerId="LiveId" clId="{FC5E1260-5AB0-4AA6-B1BC-867B56C42C86}" dt="2024-08-04T10:50:01.442" v="1378" actId="20577"/>
          <ac:spMkLst>
            <pc:docMk/>
            <pc:sldMk cId="228798229" sldId="277"/>
            <ac:spMk id="6" creationId="{C06993CB-003E-E4AB-43AD-D6E9F7CA5B28}"/>
          </ac:spMkLst>
        </pc:spChg>
      </pc:sldChg>
      <pc:sldChg chg="addSp delSp modSp mod">
        <pc:chgData name="Sonal Singh" userId="5383052a9505bb1d" providerId="LiveId" clId="{FC5E1260-5AB0-4AA6-B1BC-867B56C42C86}" dt="2024-08-04T10:33:47.363" v="1332" actId="404"/>
        <pc:sldMkLst>
          <pc:docMk/>
          <pc:sldMk cId="2727308139" sldId="278"/>
        </pc:sldMkLst>
        <pc:spChg chg="del">
          <ac:chgData name="Sonal Singh" userId="5383052a9505bb1d" providerId="LiveId" clId="{FC5E1260-5AB0-4AA6-B1BC-867B56C42C86}" dt="2024-08-02T10:59:08.326" v="1200" actId="21"/>
          <ac:spMkLst>
            <pc:docMk/>
            <pc:sldMk cId="2727308139" sldId="278"/>
            <ac:spMk id="2" creationId="{43E88CC4-5F44-FEB4-2AC4-E1EA24841134}"/>
          </ac:spMkLst>
        </pc:spChg>
        <pc:spChg chg="add mod">
          <ac:chgData name="Sonal Singh" userId="5383052a9505bb1d" providerId="LiveId" clId="{FC5E1260-5AB0-4AA6-B1BC-867B56C42C86}" dt="2024-08-04T10:30:47.560" v="1311"/>
          <ac:spMkLst>
            <pc:docMk/>
            <pc:sldMk cId="2727308139" sldId="278"/>
            <ac:spMk id="2" creationId="{FF9B029F-F78E-C25D-D353-1938BCE9EA9A}"/>
          </ac:spMkLst>
        </pc:spChg>
        <pc:spChg chg="mod">
          <ac:chgData name="Sonal Singh" userId="5383052a9505bb1d" providerId="LiveId" clId="{FC5E1260-5AB0-4AA6-B1BC-867B56C42C86}" dt="2024-08-02T10:59:25.286" v="1212" actId="2711"/>
          <ac:spMkLst>
            <pc:docMk/>
            <pc:sldMk cId="2727308139" sldId="278"/>
            <ac:spMk id="5" creationId="{4B7F2568-1F55-7AE0-24FA-E8DDEE0CD38C}"/>
          </ac:spMkLst>
        </pc:spChg>
        <pc:spChg chg="add del mod">
          <ac:chgData name="Sonal Singh" userId="5383052a9505bb1d" providerId="LiveId" clId="{FC5E1260-5AB0-4AA6-B1BC-867B56C42C86}" dt="2024-08-04T10:33:47.363" v="1332" actId="404"/>
          <ac:spMkLst>
            <pc:docMk/>
            <pc:sldMk cId="2727308139" sldId="278"/>
            <ac:spMk id="6" creationId="{85546EE4-7151-AD2A-ADC3-2B8B4DB48842}"/>
          </ac:spMkLst>
        </pc:spChg>
      </pc:sldChg>
      <pc:sldChg chg="addSp delSp modSp mod">
        <pc:chgData name="Sonal Singh" userId="5383052a9505bb1d" providerId="LiveId" clId="{FC5E1260-5AB0-4AA6-B1BC-867B56C42C86}" dt="2024-08-02T10:51:37.884" v="1081" actId="1076"/>
        <pc:sldMkLst>
          <pc:docMk/>
          <pc:sldMk cId="3309092461" sldId="280"/>
        </pc:sldMkLst>
        <pc:spChg chg="del">
          <ac:chgData name="Sonal Singh" userId="5383052a9505bb1d" providerId="LiveId" clId="{FC5E1260-5AB0-4AA6-B1BC-867B56C42C86}" dt="2024-08-02T10:47:54.828" v="1049" actId="21"/>
          <ac:spMkLst>
            <pc:docMk/>
            <pc:sldMk cId="3309092461" sldId="280"/>
            <ac:spMk id="3" creationId="{E377413D-5C7C-EE95-4797-804A6D324A28}"/>
          </ac:spMkLst>
        </pc:spChg>
        <pc:spChg chg="mod">
          <ac:chgData name="Sonal Singh" userId="5383052a9505bb1d" providerId="LiveId" clId="{FC5E1260-5AB0-4AA6-B1BC-867B56C42C86}" dt="2024-08-02T10:48:09.336" v="1064" actId="2711"/>
          <ac:spMkLst>
            <pc:docMk/>
            <pc:sldMk cId="3309092461" sldId="280"/>
            <ac:spMk id="5" creationId="{4B7F2568-1F55-7AE0-24FA-E8DDEE0CD38C}"/>
          </ac:spMkLst>
        </pc:spChg>
        <pc:spChg chg="add mod">
          <ac:chgData name="Sonal Singh" userId="5383052a9505bb1d" providerId="LiveId" clId="{FC5E1260-5AB0-4AA6-B1BC-867B56C42C86}" dt="2024-08-02T10:51:37.884" v="1081" actId="1076"/>
          <ac:spMkLst>
            <pc:docMk/>
            <pc:sldMk cId="3309092461" sldId="280"/>
            <ac:spMk id="6" creationId="{14D712F5-1D55-7089-542A-2CAB630299AC}"/>
          </ac:spMkLst>
        </pc:spChg>
      </pc:sldChg>
      <pc:sldChg chg="del">
        <pc:chgData name="Sonal Singh" userId="5383052a9505bb1d" providerId="LiveId" clId="{FC5E1260-5AB0-4AA6-B1BC-867B56C42C86}" dt="2024-08-02T10:58:52.102" v="1199" actId="2696"/>
        <pc:sldMkLst>
          <pc:docMk/>
          <pc:sldMk cId="1445176465" sldId="282"/>
        </pc:sldMkLst>
      </pc:sldChg>
      <pc:sldChg chg="modSp add mod">
        <pc:chgData name="Sonal Singh" userId="5383052a9505bb1d" providerId="LiveId" clId="{FC5E1260-5AB0-4AA6-B1BC-867B56C42C86}" dt="2024-08-01T05:38:37.802" v="183" actId="2711"/>
        <pc:sldMkLst>
          <pc:docMk/>
          <pc:sldMk cId="2660237595" sldId="283"/>
        </pc:sldMkLst>
        <pc:spChg chg="mod">
          <ac:chgData name="Sonal Singh" userId="5383052a9505bb1d" providerId="LiveId" clId="{FC5E1260-5AB0-4AA6-B1BC-867B56C42C86}" dt="2024-08-01T05:37:44.981" v="175" actId="20577"/>
          <ac:spMkLst>
            <pc:docMk/>
            <pc:sldMk cId="2660237595" sldId="283"/>
            <ac:spMk id="5" creationId="{4B7F2568-1F55-7AE0-24FA-E8DDEE0CD38C}"/>
          </ac:spMkLst>
        </pc:spChg>
        <pc:spChg chg="mod">
          <ac:chgData name="Sonal Singh" userId="5383052a9505bb1d" providerId="LiveId" clId="{FC5E1260-5AB0-4AA6-B1BC-867B56C42C86}" dt="2024-08-01T05:38:37.802" v="183" actId="2711"/>
          <ac:spMkLst>
            <pc:docMk/>
            <pc:sldMk cId="2660237595" sldId="283"/>
            <ac:spMk id="7" creationId="{80941D57-C682-6D62-8BEA-A38D19E89F36}"/>
          </ac:spMkLst>
        </pc:spChg>
      </pc:sldChg>
      <pc:sldChg chg="addSp delSp modSp add mod">
        <pc:chgData name="Sonal Singh" userId="5383052a9505bb1d" providerId="LiveId" clId="{FC5E1260-5AB0-4AA6-B1BC-867B56C42C86}" dt="2024-08-04T08:53:10.938" v="1243" actId="1076"/>
        <pc:sldMkLst>
          <pc:docMk/>
          <pc:sldMk cId="220704501" sldId="284"/>
        </pc:sldMkLst>
        <pc:spChg chg="add del mod">
          <ac:chgData name="Sonal Singh" userId="5383052a9505bb1d" providerId="LiveId" clId="{FC5E1260-5AB0-4AA6-B1BC-867B56C42C86}" dt="2024-08-04T08:51:22.631" v="1234" actId="21"/>
          <ac:spMkLst>
            <pc:docMk/>
            <pc:sldMk cId="220704501" sldId="284"/>
            <ac:spMk id="3" creationId="{0F958741-046E-472F-A3EE-782A8088810D}"/>
          </ac:spMkLst>
        </pc:spChg>
        <pc:spChg chg="mod">
          <ac:chgData name="Sonal Singh" userId="5383052a9505bb1d" providerId="LiveId" clId="{FC5E1260-5AB0-4AA6-B1BC-867B56C42C86}" dt="2024-08-04T08:48:43.770" v="1231" actId="20577"/>
          <ac:spMkLst>
            <pc:docMk/>
            <pc:sldMk cId="220704501" sldId="284"/>
            <ac:spMk id="5" creationId="{4B7F2568-1F55-7AE0-24FA-E8DDEE0CD38C}"/>
          </ac:spMkLst>
        </pc:spChg>
        <pc:spChg chg="del mod">
          <ac:chgData name="Sonal Singh" userId="5383052a9505bb1d" providerId="LiveId" clId="{FC5E1260-5AB0-4AA6-B1BC-867B56C42C86}" dt="2024-08-04T08:48:48.227" v="1232" actId="21"/>
          <ac:spMkLst>
            <pc:docMk/>
            <pc:sldMk cId="220704501" sldId="284"/>
            <ac:spMk id="7" creationId="{80941D57-C682-6D62-8BEA-A38D19E89F36}"/>
          </ac:spMkLst>
        </pc:spChg>
        <pc:picChg chg="add del mod">
          <ac:chgData name="Sonal Singh" userId="5383052a9505bb1d" providerId="LiveId" clId="{FC5E1260-5AB0-4AA6-B1BC-867B56C42C86}" dt="2024-08-04T08:52:47.059" v="1238" actId="21"/>
          <ac:picMkLst>
            <pc:docMk/>
            <pc:sldMk cId="220704501" sldId="284"/>
            <ac:picMk id="8" creationId="{89B8FB86-E324-384E-250C-28AC94B03FB9}"/>
          </ac:picMkLst>
        </pc:picChg>
        <pc:picChg chg="add mod">
          <ac:chgData name="Sonal Singh" userId="5383052a9505bb1d" providerId="LiveId" clId="{FC5E1260-5AB0-4AA6-B1BC-867B56C42C86}" dt="2024-08-04T08:53:10.938" v="1243" actId="1076"/>
          <ac:picMkLst>
            <pc:docMk/>
            <pc:sldMk cId="220704501" sldId="284"/>
            <ac:picMk id="10" creationId="{CE3CAE4B-CE2A-8FBF-CA05-76BE6B589B70}"/>
          </ac:picMkLst>
        </pc:picChg>
      </pc:sldChg>
      <pc:sldChg chg="modSp add mod">
        <pc:chgData name="Sonal Singh" userId="5383052a9505bb1d" providerId="LiveId" clId="{FC5E1260-5AB0-4AA6-B1BC-867B56C42C86}" dt="2024-08-01T05:44:21.017" v="252" actId="20577"/>
        <pc:sldMkLst>
          <pc:docMk/>
          <pc:sldMk cId="1811840487" sldId="285"/>
        </pc:sldMkLst>
        <pc:spChg chg="mod">
          <ac:chgData name="Sonal Singh" userId="5383052a9505bb1d" providerId="LiveId" clId="{FC5E1260-5AB0-4AA6-B1BC-867B56C42C86}" dt="2024-08-01T05:44:21.017" v="252" actId="20577"/>
          <ac:spMkLst>
            <pc:docMk/>
            <pc:sldMk cId="1811840487" sldId="285"/>
            <ac:spMk id="5" creationId="{4B7F2568-1F55-7AE0-24FA-E8DDEE0CD38C}"/>
          </ac:spMkLst>
        </pc:spChg>
        <pc:spChg chg="mod">
          <ac:chgData name="Sonal Singh" userId="5383052a9505bb1d" providerId="LiveId" clId="{FC5E1260-5AB0-4AA6-B1BC-867B56C42C86}" dt="2024-08-01T05:40:20.951" v="237" actId="20577"/>
          <ac:spMkLst>
            <pc:docMk/>
            <pc:sldMk cId="1811840487" sldId="285"/>
            <ac:spMk id="7" creationId="{80941D57-C682-6D62-8BEA-A38D19E89F36}"/>
          </ac:spMkLst>
        </pc:spChg>
      </pc:sldChg>
      <pc:sldChg chg="modSp add mod">
        <pc:chgData name="Sonal Singh" userId="5383052a9505bb1d" providerId="LiveId" clId="{FC5E1260-5AB0-4AA6-B1BC-867B56C42C86}" dt="2024-08-01T05:41:06.729" v="243" actId="404"/>
        <pc:sldMkLst>
          <pc:docMk/>
          <pc:sldMk cId="1230055428" sldId="286"/>
        </pc:sldMkLst>
        <pc:spChg chg="mod">
          <ac:chgData name="Sonal Singh" userId="5383052a9505bb1d" providerId="LiveId" clId="{FC5E1260-5AB0-4AA6-B1BC-867B56C42C86}" dt="2024-08-01T05:41:06.729" v="243" actId="404"/>
          <ac:spMkLst>
            <pc:docMk/>
            <pc:sldMk cId="1230055428" sldId="286"/>
            <ac:spMk id="7" creationId="{80941D57-C682-6D62-8BEA-A38D19E89F36}"/>
          </ac:spMkLst>
        </pc:spChg>
      </pc:sldChg>
      <pc:sldChg chg="add del">
        <pc:chgData name="Sonal Singh" userId="5383052a9505bb1d" providerId="LiveId" clId="{FC5E1260-5AB0-4AA6-B1BC-867B56C42C86}" dt="2024-08-02T10:13:02.494" v="418" actId="2696"/>
        <pc:sldMkLst>
          <pc:docMk/>
          <pc:sldMk cId="841742676" sldId="287"/>
        </pc:sldMkLst>
      </pc:sldChg>
      <pc:sldChg chg="modSp add mod">
        <pc:chgData name="Sonal Singh" userId="5383052a9505bb1d" providerId="LiveId" clId="{FC5E1260-5AB0-4AA6-B1BC-867B56C42C86}" dt="2024-08-04T10:24:12.565" v="1300" actId="403"/>
        <pc:sldMkLst>
          <pc:docMk/>
          <pc:sldMk cId="3235716196" sldId="288"/>
        </pc:sldMkLst>
        <pc:spChg chg="mod">
          <ac:chgData name="Sonal Singh" userId="5383052a9505bb1d" providerId="LiveId" clId="{FC5E1260-5AB0-4AA6-B1BC-867B56C42C86}" dt="2024-08-04T10:24:12.565" v="1300" actId="403"/>
          <ac:spMkLst>
            <pc:docMk/>
            <pc:sldMk cId="3235716196" sldId="288"/>
            <ac:spMk id="7" creationId="{80941D57-C682-6D62-8BEA-A38D19E89F36}"/>
          </ac:spMkLst>
        </pc:spChg>
      </pc:sldChg>
      <pc:sldChg chg="addSp delSp modSp add mod ord">
        <pc:chgData name="Sonal Singh" userId="5383052a9505bb1d" providerId="LiveId" clId="{FC5E1260-5AB0-4AA6-B1BC-867B56C42C86}" dt="2024-08-02T10:35:24.789" v="830"/>
        <pc:sldMkLst>
          <pc:docMk/>
          <pc:sldMk cId="2822138398" sldId="289"/>
        </pc:sldMkLst>
        <pc:spChg chg="add del mod">
          <ac:chgData name="Sonal Singh" userId="5383052a9505bb1d" providerId="LiveId" clId="{FC5E1260-5AB0-4AA6-B1BC-867B56C42C86}" dt="2024-08-02T09:59:04.510" v="271" actId="21"/>
          <ac:spMkLst>
            <pc:docMk/>
            <pc:sldMk cId="2822138398" sldId="289"/>
            <ac:spMk id="3" creationId="{61C5DCD7-95A5-7687-DA08-AAEE081B2608}"/>
          </ac:spMkLst>
        </pc:spChg>
        <pc:spChg chg="del">
          <ac:chgData name="Sonal Singh" userId="5383052a9505bb1d" providerId="LiveId" clId="{FC5E1260-5AB0-4AA6-B1BC-867B56C42C86}" dt="2024-08-02T09:59:00.353" v="270" actId="21"/>
          <ac:spMkLst>
            <pc:docMk/>
            <pc:sldMk cId="2822138398" sldId="289"/>
            <ac:spMk id="7" creationId="{80941D57-C682-6D62-8BEA-A38D19E89F36}"/>
          </ac:spMkLst>
        </pc:spChg>
        <pc:picChg chg="add mod">
          <ac:chgData name="Sonal Singh" userId="5383052a9505bb1d" providerId="LiveId" clId="{FC5E1260-5AB0-4AA6-B1BC-867B56C42C86}" dt="2024-08-02T10:01:32.112" v="279" actId="1440"/>
          <ac:picMkLst>
            <pc:docMk/>
            <pc:sldMk cId="2822138398" sldId="289"/>
            <ac:picMk id="1026" creationId="{506A6FD8-EA75-82FB-663E-94F66115E03D}"/>
          </ac:picMkLst>
        </pc:picChg>
      </pc:sldChg>
      <pc:sldChg chg="addSp delSp modSp add del mod ord">
        <pc:chgData name="Sonal Singh" userId="5383052a9505bb1d" providerId="LiveId" clId="{FC5E1260-5AB0-4AA6-B1BC-867B56C42C86}" dt="2024-08-04T10:22:49.895" v="1271" actId="2696"/>
        <pc:sldMkLst>
          <pc:docMk/>
          <pc:sldMk cId="1434234382" sldId="290"/>
        </pc:sldMkLst>
        <pc:spChg chg="add del mod">
          <ac:chgData name="Sonal Singh" userId="5383052a9505bb1d" providerId="LiveId" clId="{FC5E1260-5AB0-4AA6-B1BC-867B56C42C86}" dt="2024-08-02T10:03:25.043" v="282" actId="21"/>
          <ac:spMkLst>
            <pc:docMk/>
            <pc:sldMk cId="1434234382" sldId="290"/>
            <ac:spMk id="3" creationId="{09A2E9F7-96BC-6A4C-B2E3-CE5726206909}"/>
          </ac:spMkLst>
        </pc:spChg>
        <pc:spChg chg="mod">
          <ac:chgData name="Sonal Singh" userId="5383052a9505bb1d" providerId="LiveId" clId="{FC5E1260-5AB0-4AA6-B1BC-867B56C42C86}" dt="2024-08-02T10:05:45.420" v="339" actId="2711"/>
          <ac:spMkLst>
            <pc:docMk/>
            <pc:sldMk cId="1434234382" sldId="290"/>
            <ac:spMk id="5" creationId="{4B7F2568-1F55-7AE0-24FA-E8DDEE0CD38C}"/>
          </ac:spMkLst>
        </pc:spChg>
        <pc:spChg chg="del">
          <ac:chgData name="Sonal Singh" userId="5383052a9505bb1d" providerId="LiveId" clId="{FC5E1260-5AB0-4AA6-B1BC-867B56C42C86}" dt="2024-08-02T10:03:21.200" v="281" actId="21"/>
          <ac:spMkLst>
            <pc:docMk/>
            <pc:sldMk cId="1434234382" sldId="290"/>
            <ac:spMk id="7" creationId="{80941D57-C682-6D62-8BEA-A38D19E89F36}"/>
          </ac:spMkLst>
        </pc:spChg>
        <pc:spChg chg="add mod">
          <ac:chgData name="Sonal Singh" userId="5383052a9505bb1d" providerId="LiveId" clId="{FC5E1260-5AB0-4AA6-B1BC-867B56C42C86}" dt="2024-08-02T10:04:13.644" v="288" actId="1076"/>
          <ac:spMkLst>
            <pc:docMk/>
            <pc:sldMk cId="1434234382" sldId="290"/>
            <ac:spMk id="8" creationId="{4AC84BBD-4EA5-9121-9EEC-CC2F93F1D26F}"/>
          </ac:spMkLst>
        </pc:spChg>
        <pc:spChg chg="add">
          <ac:chgData name="Sonal Singh" userId="5383052a9505bb1d" providerId="LiveId" clId="{FC5E1260-5AB0-4AA6-B1BC-867B56C42C86}" dt="2024-08-02T10:05:00.143" v="289"/>
          <ac:spMkLst>
            <pc:docMk/>
            <pc:sldMk cId="1434234382" sldId="290"/>
            <ac:spMk id="9" creationId="{2DE34FA0-093D-3306-C76B-620A2616F9DD}"/>
          </ac:spMkLst>
        </pc:spChg>
        <pc:picChg chg="add mod">
          <ac:chgData name="Sonal Singh" userId="5383052a9505bb1d" providerId="LiveId" clId="{FC5E1260-5AB0-4AA6-B1BC-867B56C42C86}" dt="2024-08-02T10:05:21.907" v="292" actId="1440"/>
          <ac:picMkLst>
            <pc:docMk/>
            <pc:sldMk cId="1434234382" sldId="290"/>
            <ac:picMk id="11" creationId="{8316A05E-2D7C-72A3-8BD9-B6865F77E078}"/>
          </ac:picMkLst>
        </pc:picChg>
      </pc:sldChg>
      <pc:sldChg chg="addSp delSp modSp add mod ord">
        <pc:chgData name="Sonal Singh" userId="5383052a9505bb1d" providerId="LiveId" clId="{FC5E1260-5AB0-4AA6-B1BC-867B56C42C86}" dt="2024-08-04T10:24:40.026" v="1307" actId="20577"/>
        <pc:sldMkLst>
          <pc:docMk/>
          <pc:sldMk cId="2149605445" sldId="291"/>
        </pc:sldMkLst>
        <pc:spChg chg="add">
          <ac:chgData name="Sonal Singh" userId="5383052a9505bb1d" providerId="LiveId" clId="{FC5E1260-5AB0-4AA6-B1BC-867B56C42C86}" dt="2024-08-02T10:09:40.303" v="404"/>
          <ac:spMkLst>
            <pc:docMk/>
            <pc:sldMk cId="2149605445" sldId="291"/>
            <ac:spMk id="2" creationId="{F39CFAAB-80EB-91E9-3E30-E32867427C6D}"/>
          </ac:spMkLst>
        </pc:spChg>
        <pc:spChg chg="mod">
          <ac:chgData name="Sonal Singh" userId="5383052a9505bb1d" providerId="LiveId" clId="{FC5E1260-5AB0-4AA6-B1BC-867B56C42C86}" dt="2024-08-04T10:24:40.026" v="1307" actId="20577"/>
          <ac:spMkLst>
            <pc:docMk/>
            <pc:sldMk cId="2149605445" sldId="291"/>
            <ac:spMk id="5" creationId="{4B7F2568-1F55-7AE0-24FA-E8DDEE0CD38C}"/>
          </ac:spMkLst>
        </pc:spChg>
        <pc:spChg chg="add mod">
          <ac:chgData name="Sonal Singh" userId="5383052a9505bb1d" providerId="LiveId" clId="{FC5E1260-5AB0-4AA6-B1BC-867B56C42C86}" dt="2024-08-02T10:10:56.498" v="413" actId="1076"/>
          <ac:spMkLst>
            <pc:docMk/>
            <pc:sldMk cId="2149605445" sldId="291"/>
            <ac:spMk id="6" creationId="{1DAE0B8B-A8E5-E816-7600-47C82654EBB6}"/>
          </ac:spMkLst>
        </pc:spChg>
        <pc:picChg chg="add mod">
          <ac:chgData name="Sonal Singh" userId="5383052a9505bb1d" providerId="LiveId" clId="{FC5E1260-5AB0-4AA6-B1BC-867B56C42C86}" dt="2024-08-02T10:11:07.870" v="417" actId="1440"/>
          <ac:picMkLst>
            <pc:docMk/>
            <pc:sldMk cId="2149605445" sldId="291"/>
            <ac:picMk id="3075" creationId="{8DFF358B-70A8-DCD6-7871-DD7AACCBA866}"/>
          </ac:picMkLst>
        </pc:picChg>
        <pc:cxnChg chg="del">
          <ac:chgData name="Sonal Singh" userId="5383052a9505bb1d" providerId="LiveId" clId="{FC5E1260-5AB0-4AA6-B1BC-867B56C42C86}" dt="2024-08-02T10:06:13.015" v="343" actId="21"/>
          <ac:cxnSpMkLst>
            <pc:docMk/>
            <pc:sldMk cId="2149605445" sldId="291"/>
            <ac:cxnSpMk id="8" creationId="{ED1AA2E5-025C-9FEE-458E-95F1E231B7ED}"/>
          </ac:cxnSpMkLst>
        </pc:cxnChg>
        <pc:cxnChg chg="del">
          <ac:chgData name="Sonal Singh" userId="5383052a9505bb1d" providerId="LiveId" clId="{FC5E1260-5AB0-4AA6-B1BC-867B56C42C86}" dt="2024-08-02T10:06:15.734" v="344" actId="21"/>
          <ac:cxnSpMkLst>
            <pc:docMk/>
            <pc:sldMk cId="2149605445" sldId="291"/>
            <ac:cxnSpMk id="13" creationId="{768BAB51-1A1C-253A-22EC-DC61FA0258A9}"/>
          </ac:cxnSpMkLst>
        </pc:cxnChg>
      </pc:sldChg>
      <pc:sldChg chg="addSp delSp modSp add mod">
        <pc:chgData name="Sonal Singh" userId="5383052a9505bb1d" providerId="LiveId" clId="{FC5E1260-5AB0-4AA6-B1BC-867B56C42C86}" dt="2024-08-02T10:43:00.701" v="974" actId="113"/>
        <pc:sldMkLst>
          <pc:docMk/>
          <pc:sldMk cId="433216245" sldId="292"/>
        </pc:sldMkLst>
        <pc:spChg chg="add del mod">
          <ac:chgData name="Sonal Singh" userId="5383052a9505bb1d" providerId="LiveId" clId="{FC5E1260-5AB0-4AA6-B1BC-867B56C42C86}" dt="2024-08-02T10:35:42.441" v="833" actId="21"/>
          <ac:spMkLst>
            <pc:docMk/>
            <pc:sldMk cId="433216245" sldId="292"/>
            <ac:spMk id="3" creationId="{5795064E-ACEA-DBE8-36F4-5B2BD45FEED3}"/>
          </ac:spMkLst>
        </pc:spChg>
        <pc:spChg chg="mod">
          <ac:chgData name="Sonal Singh" userId="5383052a9505bb1d" providerId="LiveId" clId="{FC5E1260-5AB0-4AA6-B1BC-867B56C42C86}" dt="2024-08-02T10:38:45.619" v="888" actId="20577"/>
          <ac:spMkLst>
            <pc:docMk/>
            <pc:sldMk cId="433216245" sldId="292"/>
            <ac:spMk id="5" creationId="{4B7F2568-1F55-7AE0-24FA-E8DDEE0CD38C}"/>
          </ac:spMkLst>
        </pc:spChg>
        <pc:spChg chg="add">
          <ac:chgData name="Sonal Singh" userId="5383052a9505bb1d" providerId="LiveId" clId="{FC5E1260-5AB0-4AA6-B1BC-867B56C42C86}" dt="2024-08-02T10:37:01.058" v="834"/>
          <ac:spMkLst>
            <pc:docMk/>
            <pc:sldMk cId="433216245" sldId="292"/>
            <ac:spMk id="6" creationId="{26461ADB-89C0-4D53-B822-CDB96DCF2551}"/>
          </ac:spMkLst>
        </pc:spChg>
        <pc:spChg chg="del">
          <ac:chgData name="Sonal Singh" userId="5383052a9505bb1d" providerId="LiveId" clId="{FC5E1260-5AB0-4AA6-B1BC-867B56C42C86}" dt="2024-08-02T10:35:37.729" v="832" actId="21"/>
          <ac:spMkLst>
            <pc:docMk/>
            <pc:sldMk cId="433216245" sldId="292"/>
            <ac:spMk id="7" creationId="{80941D57-C682-6D62-8BEA-A38D19E89F36}"/>
          </ac:spMkLst>
        </pc:spChg>
        <pc:spChg chg="add mod">
          <ac:chgData name="Sonal Singh" userId="5383052a9505bb1d" providerId="LiveId" clId="{FC5E1260-5AB0-4AA6-B1BC-867B56C42C86}" dt="2024-08-02T10:43:00.701" v="974" actId="113"/>
          <ac:spMkLst>
            <pc:docMk/>
            <pc:sldMk cId="433216245" sldId="292"/>
            <ac:spMk id="9" creationId="{C4C1DE4C-5E48-6EB6-7925-9B4B3A5B70B8}"/>
          </ac:spMkLst>
        </pc:spChg>
      </pc:sldChg>
      <pc:sldChg chg="addSp delSp modSp add mod">
        <pc:chgData name="Sonal Singh" userId="5383052a9505bb1d" providerId="LiveId" clId="{FC5E1260-5AB0-4AA6-B1BC-867B56C42C86}" dt="2024-08-02T10:58:42.337" v="1198" actId="123"/>
        <pc:sldMkLst>
          <pc:docMk/>
          <pc:sldMk cId="2253989726" sldId="293"/>
        </pc:sldMkLst>
        <pc:spChg chg="add del mod">
          <ac:chgData name="Sonal Singh" userId="5383052a9505bb1d" providerId="LiveId" clId="{FC5E1260-5AB0-4AA6-B1BC-867B56C42C86}" dt="2024-08-02T10:53:12.197" v="1161" actId="21"/>
          <ac:spMkLst>
            <pc:docMk/>
            <pc:sldMk cId="2253989726" sldId="293"/>
            <ac:spMk id="3" creationId="{BFA4C07D-DA21-4735-A36B-A862A302E470}"/>
          </ac:spMkLst>
        </pc:spChg>
        <pc:spChg chg="mod">
          <ac:chgData name="Sonal Singh" userId="5383052a9505bb1d" providerId="LiveId" clId="{FC5E1260-5AB0-4AA6-B1BC-867B56C42C86}" dt="2024-08-02T10:53:06.037" v="1160" actId="2711"/>
          <ac:spMkLst>
            <pc:docMk/>
            <pc:sldMk cId="2253989726" sldId="293"/>
            <ac:spMk id="5" creationId="{4B7F2568-1F55-7AE0-24FA-E8DDEE0CD38C}"/>
          </ac:spMkLst>
        </pc:spChg>
        <pc:spChg chg="del">
          <ac:chgData name="Sonal Singh" userId="5383052a9505bb1d" providerId="LiveId" clId="{FC5E1260-5AB0-4AA6-B1BC-867B56C42C86}" dt="2024-08-02T10:52:47.206" v="1122" actId="21"/>
          <ac:spMkLst>
            <pc:docMk/>
            <pc:sldMk cId="2253989726" sldId="293"/>
            <ac:spMk id="7" creationId="{80941D57-C682-6D62-8BEA-A38D19E89F36}"/>
          </ac:spMkLst>
        </pc:spChg>
        <pc:spChg chg="add mod">
          <ac:chgData name="Sonal Singh" userId="5383052a9505bb1d" providerId="LiveId" clId="{FC5E1260-5AB0-4AA6-B1BC-867B56C42C86}" dt="2024-08-02T10:58:42.337" v="1198" actId="123"/>
          <ac:spMkLst>
            <pc:docMk/>
            <pc:sldMk cId="2253989726" sldId="293"/>
            <ac:spMk id="8" creationId="{845CF4A3-861C-2236-1B55-8669321C7840}"/>
          </ac:spMkLst>
        </pc:spChg>
      </pc:sldChg>
      <pc:sldChg chg="modSp add mod">
        <pc:chgData name="Sonal Singh" userId="5383052a9505bb1d" providerId="LiveId" clId="{FC5E1260-5AB0-4AA6-B1BC-867B56C42C86}" dt="2024-08-04T09:07:33.606" v="1263" actId="20577"/>
        <pc:sldMkLst>
          <pc:docMk/>
          <pc:sldMk cId="2793641246" sldId="294"/>
        </pc:sldMkLst>
        <pc:spChg chg="mod">
          <ac:chgData name="Sonal Singh" userId="5383052a9505bb1d" providerId="LiveId" clId="{FC5E1260-5AB0-4AA6-B1BC-867B56C42C86}" dt="2024-08-04T09:07:33.606" v="1263" actId="20577"/>
          <ac:spMkLst>
            <pc:docMk/>
            <pc:sldMk cId="2793641246" sldId="294"/>
            <ac:spMk id="7" creationId="{80941D57-C682-6D62-8BEA-A38D19E89F36}"/>
          </ac:spMkLst>
        </pc:spChg>
      </pc:sldChg>
      <pc:sldChg chg="addSp delSp modSp add mod">
        <pc:chgData name="Sonal Singh" userId="5383052a9505bb1d" providerId="LiveId" clId="{FC5E1260-5AB0-4AA6-B1BC-867B56C42C86}" dt="2024-08-04T10:35:02.861" v="1347" actId="113"/>
        <pc:sldMkLst>
          <pc:docMk/>
          <pc:sldMk cId="2782383258" sldId="295"/>
        </pc:sldMkLst>
        <pc:spChg chg="add del mod">
          <ac:chgData name="Sonal Singh" userId="5383052a9505bb1d" providerId="LiveId" clId="{FC5E1260-5AB0-4AA6-B1BC-867B56C42C86}" dt="2024-08-04T10:35:02.861" v="1347" actId="113"/>
          <ac:spMkLst>
            <pc:docMk/>
            <pc:sldMk cId="2782383258" sldId="295"/>
            <ac:spMk id="3" creationId="{AB953366-64C2-89F2-D09D-E891D1E88FF7}"/>
          </ac:spMkLst>
        </pc:spChg>
        <pc:spChg chg="del">
          <ac:chgData name="Sonal Singh" userId="5383052a9505bb1d" providerId="LiveId" clId="{FC5E1260-5AB0-4AA6-B1BC-867B56C42C86}" dt="2024-08-04T10:30:59.472" v="1315" actId="21"/>
          <ac:spMkLst>
            <pc:docMk/>
            <pc:sldMk cId="2782383258" sldId="295"/>
            <ac:spMk id="6" creationId="{85546EE4-7151-AD2A-ADC3-2B8B4DB48842}"/>
          </ac:spMkLst>
        </pc:spChg>
        <pc:spChg chg="add mod">
          <ac:chgData name="Sonal Singh" userId="5383052a9505bb1d" providerId="LiveId" clId="{FC5E1260-5AB0-4AA6-B1BC-867B56C42C86}" dt="2024-08-04T10:31:52.780" v="1317"/>
          <ac:spMkLst>
            <pc:docMk/>
            <pc:sldMk cId="2782383258" sldId="295"/>
            <ac:spMk id="7" creationId="{B34A95EA-3B0F-7C44-EFEA-81160F401E32}"/>
          </ac:spMkLst>
        </pc:spChg>
      </pc:sldChg>
      <pc:sldChg chg="addSp delSp modSp add mod">
        <pc:chgData name="Sonal Singh" userId="5383052a9505bb1d" providerId="LiveId" clId="{FC5E1260-5AB0-4AA6-B1BC-867B56C42C86}" dt="2024-08-04T10:53:18.974" v="1425" actId="21"/>
        <pc:sldMkLst>
          <pc:docMk/>
          <pc:sldMk cId="1217696512" sldId="296"/>
        </pc:sldMkLst>
        <pc:spChg chg="del">
          <ac:chgData name="Sonal Singh" userId="5383052a9505bb1d" providerId="LiveId" clId="{FC5E1260-5AB0-4AA6-B1BC-867B56C42C86}" dt="2024-08-04T10:53:18.974" v="1425" actId="21"/>
          <ac:spMkLst>
            <pc:docMk/>
            <pc:sldMk cId="1217696512" sldId="296"/>
            <ac:spMk id="2" creationId="{6667AB10-718B-18B0-A776-E421D5DECDA0}"/>
          </ac:spMkLst>
        </pc:spChg>
        <pc:spChg chg="add mod">
          <ac:chgData name="Sonal Singh" userId="5383052a9505bb1d" providerId="LiveId" clId="{FC5E1260-5AB0-4AA6-B1BC-867B56C42C86}" dt="2024-08-04T10:53:18.974" v="1425" actId="21"/>
          <ac:spMkLst>
            <pc:docMk/>
            <pc:sldMk cId="1217696512" sldId="296"/>
            <ac:spMk id="6" creationId="{C2CABD1D-6D55-58BC-3E34-3D16520E0923}"/>
          </ac:spMkLst>
        </pc:spChg>
      </pc:sldChg>
      <pc:sldChg chg="del">
        <pc:chgData name="Sonal Singh" userId="5383052a9505bb1d" providerId="LiveId" clId="{FC5E1260-5AB0-4AA6-B1BC-867B56C42C86}" dt="2024-08-09T06:51:19.386" v="1426" actId="2696"/>
        <pc:sldMkLst>
          <pc:docMk/>
          <pc:sldMk cId="2056727569" sldId="300"/>
        </pc:sldMkLst>
      </pc:sldChg>
    </pc:docChg>
  </pc:docChgLst>
  <pc:docChgLst>
    <pc:chgData name="Sonal Singh" userId="5383052a9505bb1d" providerId="LiveId" clId="{17EA0AD1-7042-4338-BF26-C7611BB631FB}"/>
    <pc:docChg chg="custSel addSld delSld modSld">
      <pc:chgData name="Sonal Singh" userId="5383052a9505bb1d" providerId="LiveId" clId="{17EA0AD1-7042-4338-BF26-C7611BB631FB}" dt="2024-08-20T09:53:32.925" v="857" actId="20577"/>
      <pc:docMkLst>
        <pc:docMk/>
      </pc:docMkLst>
      <pc:sldChg chg="modSp mod">
        <pc:chgData name="Sonal Singh" userId="5383052a9505bb1d" providerId="LiveId" clId="{17EA0AD1-7042-4338-BF26-C7611BB631FB}" dt="2024-08-10T05:22:35.561" v="162" actId="20577"/>
        <pc:sldMkLst>
          <pc:docMk/>
          <pc:sldMk cId="1698023553" sldId="256"/>
        </pc:sldMkLst>
        <pc:spChg chg="mod">
          <ac:chgData name="Sonal Singh" userId="5383052a9505bb1d" providerId="LiveId" clId="{17EA0AD1-7042-4338-BF26-C7611BB631FB}" dt="2024-08-10T05:22:35.561" v="162" actId="20577"/>
          <ac:spMkLst>
            <pc:docMk/>
            <pc:sldMk cId="1698023553" sldId="256"/>
            <ac:spMk id="7" creationId="{80941D57-C682-6D62-8BEA-A38D19E89F36}"/>
          </ac:spMkLst>
        </pc:spChg>
      </pc:sldChg>
      <pc:sldChg chg="addSp delSp modSp mod">
        <pc:chgData name="Sonal Singh" userId="5383052a9505bb1d" providerId="LiveId" clId="{17EA0AD1-7042-4338-BF26-C7611BB631FB}" dt="2024-08-10T05:40:09.427" v="374" actId="113"/>
        <pc:sldMkLst>
          <pc:docMk/>
          <pc:sldMk cId="3671895821" sldId="257"/>
        </pc:sldMkLst>
        <pc:spChg chg="add del mod">
          <ac:chgData name="Sonal Singh" userId="5383052a9505bb1d" providerId="LiveId" clId="{17EA0AD1-7042-4338-BF26-C7611BB631FB}" dt="2024-08-10T05:26:36.961" v="164" actId="21"/>
          <ac:spMkLst>
            <pc:docMk/>
            <pc:sldMk cId="3671895821" sldId="257"/>
            <ac:spMk id="3" creationId="{F567E2C6-E30F-AA4F-0B5F-5B6FC3A20E46}"/>
          </ac:spMkLst>
        </pc:spChg>
        <pc:spChg chg="mod">
          <ac:chgData name="Sonal Singh" userId="5383052a9505bb1d" providerId="LiveId" clId="{17EA0AD1-7042-4338-BF26-C7611BB631FB}" dt="2024-08-10T05:38:02.690" v="354" actId="20577"/>
          <ac:spMkLst>
            <pc:docMk/>
            <pc:sldMk cId="3671895821" sldId="257"/>
            <ac:spMk id="5" creationId="{4B7F2568-1F55-7AE0-24FA-E8DDEE0CD38C}"/>
          </ac:spMkLst>
        </pc:spChg>
        <pc:spChg chg="add">
          <ac:chgData name="Sonal Singh" userId="5383052a9505bb1d" providerId="LiveId" clId="{17EA0AD1-7042-4338-BF26-C7611BB631FB}" dt="2024-08-10T05:26:43.102" v="165"/>
          <ac:spMkLst>
            <pc:docMk/>
            <pc:sldMk cId="3671895821" sldId="257"/>
            <ac:spMk id="6" creationId="{407813C9-B252-9926-84BA-2F17C868E9B1}"/>
          </ac:spMkLst>
        </pc:spChg>
        <pc:spChg chg="del">
          <ac:chgData name="Sonal Singh" userId="5383052a9505bb1d" providerId="LiveId" clId="{17EA0AD1-7042-4338-BF26-C7611BB631FB}" dt="2024-08-10T05:26:32.251" v="163" actId="21"/>
          <ac:spMkLst>
            <pc:docMk/>
            <pc:sldMk cId="3671895821" sldId="257"/>
            <ac:spMk id="7" creationId="{80941D57-C682-6D62-8BEA-A38D19E89F36}"/>
          </ac:spMkLst>
        </pc:spChg>
        <pc:spChg chg="add mod">
          <ac:chgData name="Sonal Singh" userId="5383052a9505bb1d" providerId="LiveId" clId="{17EA0AD1-7042-4338-BF26-C7611BB631FB}" dt="2024-08-10T05:40:09.427" v="374" actId="113"/>
          <ac:spMkLst>
            <pc:docMk/>
            <pc:sldMk cId="3671895821" sldId="257"/>
            <ac:spMk id="9" creationId="{7E92400B-E4B2-3823-9309-06F6AB6AE483}"/>
          </ac:spMkLst>
        </pc:spChg>
      </pc:sldChg>
      <pc:sldChg chg="del">
        <pc:chgData name="Sonal Singh" userId="5383052a9505bb1d" providerId="LiveId" clId="{17EA0AD1-7042-4338-BF26-C7611BB631FB}" dt="2024-08-11T03:41:44.194" v="685" actId="2696"/>
        <pc:sldMkLst>
          <pc:docMk/>
          <pc:sldMk cId="3633284190" sldId="258"/>
        </pc:sldMkLst>
      </pc:sldChg>
      <pc:sldChg chg="del">
        <pc:chgData name="Sonal Singh" userId="5383052a9505bb1d" providerId="LiveId" clId="{17EA0AD1-7042-4338-BF26-C7611BB631FB}" dt="2024-08-11T03:41:52.548" v="688" actId="2696"/>
        <pc:sldMkLst>
          <pc:docMk/>
          <pc:sldMk cId="1347815418" sldId="259"/>
        </pc:sldMkLst>
      </pc:sldChg>
      <pc:sldChg chg="del">
        <pc:chgData name="Sonal Singh" userId="5383052a9505bb1d" providerId="LiveId" clId="{17EA0AD1-7042-4338-BF26-C7611BB631FB}" dt="2024-08-11T03:41:41.399" v="684" actId="2696"/>
        <pc:sldMkLst>
          <pc:docMk/>
          <pc:sldMk cId="2886283224" sldId="260"/>
        </pc:sldMkLst>
      </pc:sldChg>
      <pc:sldChg chg="del">
        <pc:chgData name="Sonal Singh" userId="5383052a9505bb1d" providerId="LiveId" clId="{17EA0AD1-7042-4338-BF26-C7611BB631FB}" dt="2024-08-10T05:46:19.699" v="531" actId="2696"/>
        <pc:sldMkLst>
          <pc:docMk/>
          <pc:sldMk cId="3658477976" sldId="261"/>
        </pc:sldMkLst>
      </pc:sldChg>
      <pc:sldChg chg="del">
        <pc:chgData name="Sonal Singh" userId="5383052a9505bb1d" providerId="LiveId" clId="{17EA0AD1-7042-4338-BF26-C7611BB631FB}" dt="2024-08-11T03:41:34.896" v="682" actId="2696"/>
        <pc:sldMkLst>
          <pc:docMk/>
          <pc:sldMk cId="2087917688" sldId="264"/>
        </pc:sldMkLst>
      </pc:sldChg>
      <pc:sldChg chg="del">
        <pc:chgData name="Sonal Singh" userId="5383052a9505bb1d" providerId="LiveId" clId="{17EA0AD1-7042-4338-BF26-C7611BB631FB}" dt="2024-08-11T03:41:27.652" v="680" actId="2696"/>
        <pc:sldMkLst>
          <pc:docMk/>
          <pc:sldMk cId="2423982625" sldId="265"/>
        </pc:sldMkLst>
      </pc:sldChg>
      <pc:sldChg chg="del">
        <pc:chgData name="Sonal Singh" userId="5383052a9505bb1d" providerId="LiveId" clId="{17EA0AD1-7042-4338-BF26-C7611BB631FB}" dt="2024-08-11T03:41:21.996" v="678" actId="2696"/>
        <pc:sldMkLst>
          <pc:docMk/>
          <pc:sldMk cId="3141726401" sldId="266"/>
        </pc:sldMkLst>
      </pc:sldChg>
      <pc:sldChg chg="del">
        <pc:chgData name="Sonal Singh" userId="5383052a9505bb1d" providerId="LiveId" clId="{17EA0AD1-7042-4338-BF26-C7611BB631FB}" dt="2024-08-11T03:41:15.368" v="676" actId="2696"/>
        <pc:sldMkLst>
          <pc:docMk/>
          <pc:sldMk cId="1241147177" sldId="267"/>
        </pc:sldMkLst>
      </pc:sldChg>
      <pc:sldChg chg="del">
        <pc:chgData name="Sonal Singh" userId="5383052a9505bb1d" providerId="LiveId" clId="{17EA0AD1-7042-4338-BF26-C7611BB631FB}" dt="2024-08-11T03:41:12.231" v="675" actId="2696"/>
        <pc:sldMkLst>
          <pc:docMk/>
          <pc:sldMk cId="2415234794" sldId="268"/>
        </pc:sldMkLst>
      </pc:sldChg>
      <pc:sldChg chg="del">
        <pc:chgData name="Sonal Singh" userId="5383052a9505bb1d" providerId="LiveId" clId="{17EA0AD1-7042-4338-BF26-C7611BB631FB}" dt="2024-08-11T03:41:18.982" v="677" actId="2696"/>
        <pc:sldMkLst>
          <pc:docMk/>
          <pc:sldMk cId="237451570" sldId="269"/>
        </pc:sldMkLst>
      </pc:sldChg>
      <pc:sldChg chg="addSp delSp modSp mod">
        <pc:chgData name="Sonal Singh" userId="5383052a9505bb1d" providerId="LiveId" clId="{17EA0AD1-7042-4338-BF26-C7611BB631FB}" dt="2024-08-11T03:18:15.609" v="646" actId="1076"/>
        <pc:sldMkLst>
          <pc:docMk/>
          <pc:sldMk cId="2640295548" sldId="270"/>
        </pc:sldMkLst>
        <pc:spChg chg="add del mod">
          <ac:chgData name="Sonal Singh" userId="5383052a9505bb1d" providerId="LiveId" clId="{17EA0AD1-7042-4338-BF26-C7611BB631FB}" dt="2024-08-11T03:17:56.160" v="644" actId="21"/>
          <ac:spMkLst>
            <pc:docMk/>
            <pc:sldMk cId="2640295548" sldId="270"/>
            <ac:spMk id="3" creationId="{E30C410E-30BD-948C-70E0-D986069E761F}"/>
          </ac:spMkLst>
        </pc:spChg>
        <pc:spChg chg="del">
          <ac:chgData name="Sonal Singh" userId="5383052a9505bb1d" providerId="LiveId" clId="{17EA0AD1-7042-4338-BF26-C7611BB631FB}" dt="2024-08-11T03:06:00.555" v="611" actId="21"/>
          <ac:spMkLst>
            <pc:docMk/>
            <pc:sldMk cId="2640295548" sldId="270"/>
            <ac:spMk id="7" creationId="{80941D57-C682-6D62-8BEA-A38D19E89F36}"/>
          </ac:spMkLst>
        </pc:spChg>
        <pc:picChg chg="add mod">
          <ac:chgData name="Sonal Singh" userId="5383052a9505bb1d" providerId="LiveId" clId="{17EA0AD1-7042-4338-BF26-C7611BB631FB}" dt="2024-08-11T03:18:15.609" v="646" actId="1076"/>
          <ac:picMkLst>
            <pc:docMk/>
            <pc:sldMk cId="2640295548" sldId="270"/>
            <ac:picMk id="8" creationId="{31C4721E-34BE-F109-50C6-F54AFE722181}"/>
          </ac:picMkLst>
        </pc:picChg>
      </pc:sldChg>
      <pc:sldChg chg="del">
        <pc:chgData name="Sonal Singh" userId="5383052a9505bb1d" providerId="LiveId" clId="{17EA0AD1-7042-4338-BF26-C7611BB631FB}" dt="2024-08-11T03:05:50.006" v="610" actId="2696"/>
        <pc:sldMkLst>
          <pc:docMk/>
          <pc:sldMk cId="2826048776" sldId="271"/>
        </pc:sldMkLst>
      </pc:sldChg>
      <pc:sldChg chg="addSp delSp modSp mod">
        <pc:chgData name="Sonal Singh" userId="5383052a9505bb1d" providerId="LiveId" clId="{17EA0AD1-7042-4338-BF26-C7611BB631FB}" dt="2024-08-11T03:05:39.789" v="608" actId="403"/>
        <pc:sldMkLst>
          <pc:docMk/>
          <pc:sldMk cId="1268719860" sldId="272"/>
        </pc:sldMkLst>
        <pc:spChg chg="add mod">
          <ac:chgData name="Sonal Singh" userId="5383052a9505bb1d" providerId="LiveId" clId="{17EA0AD1-7042-4338-BF26-C7611BB631FB}" dt="2024-08-11T03:05:39.789" v="608" actId="403"/>
          <ac:spMkLst>
            <pc:docMk/>
            <pc:sldMk cId="1268719860" sldId="272"/>
            <ac:spMk id="3" creationId="{4169355A-C234-FD32-4811-2AD2CB894307}"/>
          </ac:spMkLst>
        </pc:spChg>
        <pc:spChg chg="add del mod">
          <ac:chgData name="Sonal Singh" userId="5383052a9505bb1d" providerId="LiveId" clId="{17EA0AD1-7042-4338-BF26-C7611BB631FB}" dt="2024-08-10T05:47:22.818" v="588" actId="21"/>
          <ac:spMkLst>
            <pc:docMk/>
            <pc:sldMk cId="1268719860" sldId="272"/>
            <ac:spMk id="3" creationId="{70F01256-A819-3CD9-F594-D401BDB9F87C}"/>
          </ac:spMkLst>
        </pc:spChg>
        <pc:spChg chg="mod">
          <ac:chgData name="Sonal Singh" userId="5383052a9505bb1d" providerId="LiveId" clId="{17EA0AD1-7042-4338-BF26-C7611BB631FB}" dt="2024-08-10T05:47:14.120" v="586" actId="20577"/>
          <ac:spMkLst>
            <pc:docMk/>
            <pc:sldMk cId="1268719860" sldId="272"/>
            <ac:spMk id="5" creationId="{4B7F2568-1F55-7AE0-24FA-E8DDEE0CD38C}"/>
          </ac:spMkLst>
        </pc:spChg>
        <pc:spChg chg="del">
          <ac:chgData name="Sonal Singh" userId="5383052a9505bb1d" providerId="LiveId" clId="{17EA0AD1-7042-4338-BF26-C7611BB631FB}" dt="2024-08-10T05:47:19.117" v="587" actId="21"/>
          <ac:spMkLst>
            <pc:docMk/>
            <pc:sldMk cId="1268719860" sldId="272"/>
            <ac:spMk id="7" creationId="{80941D57-C682-6D62-8BEA-A38D19E89F36}"/>
          </ac:spMkLst>
        </pc:spChg>
      </pc:sldChg>
      <pc:sldChg chg="del">
        <pc:chgData name="Sonal Singh" userId="5383052a9505bb1d" providerId="LiveId" clId="{17EA0AD1-7042-4338-BF26-C7611BB631FB}" dt="2024-08-11T03:41:55.015" v="689" actId="2696"/>
        <pc:sldMkLst>
          <pc:docMk/>
          <pc:sldMk cId="2737250625" sldId="273"/>
        </pc:sldMkLst>
      </pc:sldChg>
      <pc:sldChg chg="del">
        <pc:chgData name="Sonal Singh" userId="5383052a9505bb1d" providerId="LiveId" clId="{17EA0AD1-7042-4338-BF26-C7611BB631FB}" dt="2024-08-11T03:42:00.471" v="691" actId="2696"/>
        <pc:sldMkLst>
          <pc:docMk/>
          <pc:sldMk cId="2558992691" sldId="274"/>
        </pc:sldMkLst>
      </pc:sldChg>
      <pc:sldChg chg="del">
        <pc:chgData name="Sonal Singh" userId="5383052a9505bb1d" providerId="LiveId" clId="{17EA0AD1-7042-4338-BF26-C7611BB631FB}" dt="2024-08-11T03:41:57.540" v="690" actId="2696"/>
        <pc:sldMkLst>
          <pc:docMk/>
          <pc:sldMk cId="228798229" sldId="277"/>
        </pc:sldMkLst>
      </pc:sldChg>
      <pc:sldChg chg="del">
        <pc:chgData name="Sonal Singh" userId="5383052a9505bb1d" providerId="LiveId" clId="{17EA0AD1-7042-4338-BF26-C7611BB631FB}" dt="2024-08-11T03:41:46.964" v="686" actId="2696"/>
        <pc:sldMkLst>
          <pc:docMk/>
          <pc:sldMk cId="2727308139" sldId="278"/>
        </pc:sldMkLst>
      </pc:sldChg>
      <pc:sldChg chg="del">
        <pc:chgData name="Sonal Singh" userId="5383052a9505bb1d" providerId="LiveId" clId="{17EA0AD1-7042-4338-BF26-C7611BB631FB}" dt="2024-08-11T03:41:25.028" v="679" actId="2696"/>
        <pc:sldMkLst>
          <pc:docMk/>
          <pc:sldMk cId="3309092461" sldId="280"/>
        </pc:sldMkLst>
      </pc:sldChg>
      <pc:sldChg chg="addSp delSp modSp mod">
        <pc:chgData name="Sonal Singh" userId="5383052a9505bb1d" providerId="LiveId" clId="{17EA0AD1-7042-4338-BF26-C7611BB631FB}" dt="2024-08-10T05:39:48.479" v="370" actId="113"/>
        <pc:sldMkLst>
          <pc:docMk/>
          <pc:sldMk cId="2660237595" sldId="283"/>
        </pc:sldMkLst>
        <pc:spChg chg="add del mod">
          <ac:chgData name="Sonal Singh" userId="5383052a9505bb1d" providerId="LiveId" clId="{17EA0AD1-7042-4338-BF26-C7611BB631FB}" dt="2024-08-10T05:32:31.639" v="249" actId="21"/>
          <ac:spMkLst>
            <pc:docMk/>
            <pc:sldMk cId="2660237595" sldId="283"/>
            <ac:spMk id="3" creationId="{112A7A85-99C8-4C5C-6735-651411647455}"/>
          </ac:spMkLst>
        </pc:spChg>
        <pc:spChg chg="mod">
          <ac:chgData name="Sonal Singh" userId="5383052a9505bb1d" providerId="LiveId" clId="{17EA0AD1-7042-4338-BF26-C7611BB631FB}" dt="2024-08-10T05:32:27.589" v="248" actId="20577"/>
          <ac:spMkLst>
            <pc:docMk/>
            <pc:sldMk cId="2660237595" sldId="283"/>
            <ac:spMk id="5" creationId="{4B7F2568-1F55-7AE0-24FA-E8DDEE0CD38C}"/>
          </ac:spMkLst>
        </pc:spChg>
        <pc:spChg chg="del">
          <ac:chgData name="Sonal Singh" userId="5383052a9505bb1d" providerId="LiveId" clId="{17EA0AD1-7042-4338-BF26-C7611BB631FB}" dt="2024-08-10T05:32:22.546" v="217" actId="21"/>
          <ac:spMkLst>
            <pc:docMk/>
            <pc:sldMk cId="2660237595" sldId="283"/>
            <ac:spMk id="7" creationId="{80941D57-C682-6D62-8BEA-A38D19E89F36}"/>
          </ac:spMkLst>
        </pc:spChg>
        <pc:spChg chg="add mod">
          <ac:chgData name="Sonal Singh" userId="5383052a9505bb1d" providerId="LiveId" clId="{17EA0AD1-7042-4338-BF26-C7611BB631FB}" dt="2024-08-10T05:39:48.479" v="370" actId="113"/>
          <ac:spMkLst>
            <pc:docMk/>
            <pc:sldMk cId="2660237595" sldId="283"/>
            <ac:spMk id="8" creationId="{EA1DE416-D79C-1641-2714-447AABBF0C25}"/>
          </ac:spMkLst>
        </pc:spChg>
      </pc:sldChg>
      <pc:sldChg chg="addSp delSp modSp mod">
        <pc:chgData name="Sonal Singh" userId="5383052a9505bb1d" providerId="LiveId" clId="{17EA0AD1-7042-4338-BF26-C7611BB631FB}" dt="2024-08-10T05:22:07.321" v="100" actId="1076"/>
        <pc:sldMkLst>
          <pc:docMk/>
          <pc:sldMk cId="220704501" sldId="284"/>
        </pc:sldMkLst>
        <pc:picChg chg="add del mod">
          <ac:chgData name="Sonal Singh" userId="5383052a9505bb1d" providerId="LiveId" clId="{17EA0AD1-7042-4338-BF26-C7611BB631FB}" dt="2024-08-10T05:21:47.587" v="97" actId="21"/>
          <ac:picMkLst>
            <pc:docMk/>
            <pc:sldMk cId="220704501" sldId="284"/>
            <ac:picMk id="3" creationId="{0A5DF2CA-65CE-C34F-C810-BA252CF8F53F}"/>
          </ac:picMkLst>
        </pc:picChg>
        <pc:picChg chg="add mod">
          <ac:chgData name="Sonal Singh" userId="5383052a9505bb1d" providerId="LiveId" clId="{17EA0AD1-7042-4338-BF26-C7611BB631FB}" dt="2024-08-10T05:22:07.321" v="100" actId="1076"/>
          <ac:picMkLst>
            <pc:docMk/>
            <pc:sldMk cId="220704501" sldId="284"/>
            <ac:picMk id="7" creationId="{3A5DAE7F-79E8-AD45-4B24-A70E58ABF9B2}"/>
          </ac:picMkLst>
        </pc:picChg>
        <pc:picChg chg="del">
          <ac:chgData name="Sonal Singh" userId="5383052a9505bb1d" providerId="LiveId" clId="{17EA0AD1-7042-4338-BF26-C7611BB631FB}" dt="2024-08-10T05:20:27.097" v="53" actId="21"/>
          <ac:picMkLst>
            <pc:docMk/>
            <pc:sldMk cId="220704501" sldId="284"/>
            <ac:picMk id="10" creationId="{CE3CAE4B-CE2A-8FBF-CA05-76BE6B589B70}"/>
          </ac:picMkLst>
        </pc:picChg>
      </pc:sldChg>
      <pc:sldChg chg="addSp delSp modSp mod">
        <pc:chgData name="Sonal Singh" userId="5383052a9505bb1d" providerId="LiveId" clId="{17EA0AD1-7042-4338-BF26-C7611BB631FB}" dt="2024-08-10T05:39:24.940" v="366" actId="123"/>
        <pc:sldMkLst>
          <pc:docMk/>
          <pc:sldMk cId="1811840487" sldId="285"/>
        </pc:sldMkLst>
        <pc:spChg chg="add del mod">
          <ac:chgData name="Sonal Singh" userId="5383052a9505bb1d" providerId="LiveId" clId="{17EA0AD1-7042-4338-BF26-C7611BB631FB}" dt="2024-08-10T05:37:29.309" v="316" actId="21"/>
          <ac:spMkLst>
            <pc:docMk/>
            <pc:sldMk cId="1811840487" sldId="285"/>
            <ac:spMk id="3" creationId="{27EBC4C9-1063-0B52-A108-3770E578C377}"/>
          </ac:spMkLst>
        </pc:spChg>
        <pc:spChg chg="mod">
          <ac:chgData name="Sonal Singh" userId="5383052a9505bb1d" providerId="LiveId" clId="{17EA0AD1-7042-4338-BF26-C7611BB631FB}" dt="2024-08-10T05:37:24.850" v="315" actId="20577"/>
          <ac:spMkLst>
            <pc:docMk/>
            <pc:sldMk cId="1811840487" sldId="285"/>
            <ac:spMk id="5" creationId="{4B7F2568-1F55-7AE0-24FA-E8DDEE0CD38C}"/>
          </ac:spMkLst>
        </pc:spChg>
        <pc:spChg chg="del">
          <ac:chgData name="Sonal Singh" userId="5383052a9505bb1d" providerId="LiveId" clId="{17EA0AD1-7042-4338-BF26-C7611BB631FB}" dt="2024-08-10T05:37:19.904" v="293" actId="21"/>
          <ac:spMkLst>
            <pc:docMk/>
            <pc:sldMk cId="1811840487" sldId="285"/>
            <ac:spMk id="7" creationId="{80941D57-C682-6D62-8BEA-A38D19E89F36}"/>
          </ac:spMkLst>
        </pc:spChg>
        <pc:spChg chg="add mod">
          <ac:chgData name="Sonal Singh" userId="5383052a9505bb1d" providerId="LiveId" clId="{17EA0AD1-7042-4338-BF26-C7611BB631FB}" dt="2024-08-10T05:39:24.940" v="366" actId="123"/>
          <ac:spMkLst>
            <pc:docMk/>
            <pc:sldMk cId="1811840487" sldId="285"/>
            <ac:spMk id="8" creationId="{008B1B99-FFCC-630A-E0EA-863C0986D2C1}"/>
          </ac:spMkLst>
        </pc:spChg>
      </pc:sldChg>
      <pc:sldChg chg="addSp delSp modSp mod">
        <pc:chgData name="Sonal Singh" userId="5383052a9505bb1d" providerId="LiveId" clId="{17EA0AD1-7042-4338-BF26-C7611BB631FB}" dt="2024-08-10T05:46:04.800" v="530" actId="20577"/>
        <pc:sldMkLst>
          <pc:docMk/>
          <pc:sldMk cId="1230055428" sldId="286"/>
        </pc:sldMkLst>
        <pc:spChg chg="add del mod">
          <ac:chgData name="Sonal Singh" userId="5383052a9505bb1d" providerId="LiveId" clId="{17EA0AD1-7042-4338-BF26-C7611BB631FB}" dt="2024-08-10T05:40:32.815" v="392" actId="21"/>
          <ac:spMkLst>
            <pc:docMk/>
            <pc:sldMk cId="1230055428" sldId="286"/>
            <ac:spMk id="3" creationId="{E11C7BD4-330A-BAE1-68DB-B2A244C569A7}"/>
          </ac:spMkLst>
        </pc:spChg>
        <pc:spChg chg="mod">
          <ac:chgData name="Sonal Singh" userId="5383052a9505bb1d" providerId="LiveId" clId="{17EA0AD1-7042-4338-BF26-C7611BB631FB}" dt="2024-08-10T05:41:44.997" v="489" actId="20577"/>
          <ac:spMkLst>
            <pc:docMk/>
            <pc:sldMk cId="1230055428" sldId="286"/>
            <ac:spMk id="5" creationId="{4B7F2568-1F55-7AE0-24FA-E8DDEE0CD38C}"/>
          </ac:spMkLst>
        </pc:spChg>
        <pc:spChg chg="add mod">
          <ac:chgData name="Sonal Singh" userId="5383052a9505bb1d" providerId="LiveId" clId="{17EA0AD1-7042-4338-BF26-C7611BB631FB}" dt="2024-08-10T05:42:45.352" v="490"/>
          <ac:spMkLst>
            <pc:docMk/>
            <pc:sldMk cId="1230055428" sldId="286"/>
            <ac:spMk id="6" creationId="{E11C7BD4-330A-BAE1-68DB-B2A244C569A7}"/>
          </ac:spMkLst>
        </pc:spChg>
        <pc:spChg chg="del">
          <ac:chgData name="Sonal Singh" userId="5383052a9505bb1d" providerId="LiveId" clId="{17EA0AD1-7042-4338-BF26-C7611BB631FB}" dt="2024-08-10T05:40:22.547" v="375" actId="21"/>
          <ac:spMkLst>
            <pc:docMk/>
            <pc:sldMk cId="1230055428" sldId="286"/>
            <ac:spMk id="7" creationId="{80941D57-C682-6D62-8BEA-A38D19E89F36}"/>
          </ac:spMkLst>
        </pc:spChg>
        <pc:spChg chg="add mod">
          <ac:chgData name="Sonal Singh" userId="5383052a9505bb1d" providerId="LiveId" clId="{17EA0AD1-7042-4338-BF26-C7611BB631FB}" dt="2024-08-10T05:46:04.800" v="530" actId="20577"/>
          <ac:spMkLst>
            <pc:docMk/>
            <pc:sldMk cId="1230055428" sldId="286"/>
            <ac:spMk id="9" creationId="{6E611132-95A2-708E-B2AB-8732731C488C}"/>
          </ac:spMkLst>
        </pc:spChg>
      </pc:sldChg>
      <pc:sldChg chg="del">
        <pc:chgData name="Sonal Singh" userId="5383052a9505bb1d" providerId="LiveId" clId="{17EA0AD1-7042-4338-BF26-C7611BB631FB}" dt="2024-08-11T03:41:31.548" v="681" actId="2696"/>
        <pc:sldMkLst>
          <pc:docMk/>
          <pc:sldMk cId="3235716196" sldId="288"/>
        </pc:sldMkLst>
      </pc:sldChg>
      <pc:sldChg chg="del">
        <pc:chgData name="Sonal Singh" userId="5383052a9505bb1d" providerId="LiveId" clId="{17EA0AD1-7042-4338-BF26-C7611BB631FB}" dt="2024-08-11T03:41:08.304" v="674" actId="2696"/>
        <pc:sldMkLst>
          <pc:docMk/>
          <pc:sldMk cId="2822138398" sldId="289"/>
        </pc:sldMkLst>
      </pc:sldChg>
      <pc:sldChg chg="addSp delSp modSp mod">
        <pc:chgData name="Sonal Singh" userId="5383052a9505bb1d" providerId="LiveId" clId="{17EA0AD1-7042-4338-BF26-C7611BB631FB}" dt="2024-08-11T03:20:09.680" v="673" actId="14100"/>
        <pc:sldMkLst>
          <pc:docMk/>
          <pc:sldMk cId="433216245" sldId="292"/>
        </pc:sldMkLst>
        <pc:spChg chg="mod">
          <ac:chgData name="Sonal Singh" userId="5383052a9505bb1d" providerId="LiveId" clId="{17EA0AD1-7042-4338-BF26-C7611BB631FB}" dt="2024-08-11T03:19:49.001" v="670" actId="20577"/>
          <ac:spMkLst>
            <pc:docMk/>
            <pc:sldMk cId="433216245" sldId="292"/>
            <ac:spMk id="5" creationId="{4B7F2568-1F55-7AE0-24FA-E8DDEE0CD38C}"/>
          </ac:spMkLst>
        </pc:spChg>
        <pc:spChg chg="del">
          <ac:chgData name="Sonal Singh" userId="5383052a9505bb1d" providerId="LiveId" clId="{17EA0AD1-7042-4338-BF26-C7611BB631FB}" dt="2024-08-11T03:19:45.687" v="656" actId="21"/>
          <ac:spMkLst>
            <pc:docMk/>
            <pc:sldMk cId="433216245" sldId="292"/>
            <ac:spMk id="9" creationId="{C4C1DE4C-5E48-6EB6-7925-9B4B3A5B70B8}"/>
          </ac:spMkLst>
        </pc:spChg>
        <pc:picChg chg="add mod">
          <ac:chgData name="Sonal Singh" userId="5383052a9505bb1d" providerId="LiveId" clId="{17EA0AD1-7042-4338-BF26-C7611BB631FB}" dt="2024-08-11T03:20:09.680" v="673" actId="14100"/>
          <ac:picMkLst>
            <pc:docMk/>
            <pc:sldMk cId="433216245" sldId="292"/>
            <ac:picMk id="3" creationId="{B9C217EF-8016-F3B5-8915-DEC6860F7C26}"/>
          </ac:picMkLst>
        </pc:picChg>
      </pc:sldChg>
      <pc:sldChg chg="del">
        <pc:chgData name="Sonal Singh" userId="5383052a9505bb1d" providerId="LiveId" clId="{17EA0AD1-7042-4338-BF26-C7611BB631FB}" dt="2024-08-11T03:41:38.274" v="683" actId="2696"/>
        <pc:sldMkLst>
          <pc:docMk/>
          <pc:sldMk cId="2253989726" sldId="293"/>
        </pc:sldMkLst>
      </pc:sldChg>
      <pc:sldChg chg="addSp delSp modSp mod">
        <pc:chgData name="Sonal Singh" userId="5383052a9505bb1d" providerId="LiveId" clId="{17EA0AD1-7042-4338-BF26-C7611BB631FB}" dt="2024-08-20T09:53:32.925" v="857" actId="20577"/>
        <pc:sldMkLst>
          <pc:docMk/>
          <pc:sldMk cId="2793641246" sldId="294"/>
        </pc:sldMkLst>
        <pc:spChg chg="add del mod">
          <ac:chgData name="Sonal Singh" userId="5383052a9505bb1d" providerId="LiveId" clId="{17EA0AD1-7042-4338-BF26-C7611BB631FB}" dt="2024-08-10T05:19:05.720" v="1" actId="21"/>
          <ac:spMkLst>
            <pc:docMk/>
            <pc:sldMk cId="2793641246" sldId="294"/>
            <ac:spMk id="3" creationId="{FF469988-21A4-AE29-29A2-2E5B9B470BCC}"/>
          </ac:spMkLst>
        </pc:spChg>
        <pc:spChg chg="del">
          <ac:chgData name="Sonal Singh" userId="5383052a9505bb1d" providerId="LiveId" clId="{17EA0AD1-7042-4338-BF26-C7611BB631FB}" dt="2024-08-10T05:18:59.350" v="0" actId="21"/>
          <ac:spMkLst>
            <pc:docMk/>
            <pc:sldMk cId="2793641246" sldId="294"/>
            <ac:spMk id="7" creationId="{80941D57-C682-6D62-8BEA-A38D19E89F36}"/>
          </ac:spMkLst>
        </pc:spChg>
        <pc:spChg chg="add mod">
          <ac:chgData name="Sonal Singh" userId="5383052a9505bb1d" providerId="LiveId" clId="{17EA0AD1-7042-4338-BF26-C7611BB631FB}" dt="2024-08-20T09:53:32.925" v="857" actId="20577"/>
          <ac:spMkLst>
            <pc:docMk/>
            <pc:sldMk cId="2793641246" sldId="294"/>
            <ac:spMk id="8" creationId="{5E259DC4-DC54-CEB9-53BE-FC2CAFD9DBC2}"/>
          </ac:spMkLst>
        </pc:spChg>
      </pc:sldChg>
      <pc:sldChg chg="del">
        <pc:chgData name="Sonal Singh" userId="5383052a9505bb1d" providerId="LiveId" clId="{17EA0AD1-7042-4338-BF26-C7611BB631FB}" dt="2024-08-11T03:41:49.816" v="687" actId="2696"/>
        <pc:sldMkLst>
          <pc:docMk/>
          <pc:sldMk cId="2782383258" sldId="295"/>
        </pc:sldMkLst>
      </pc:sldChg>
      <pc:sldChg chg="del">
        <pc:chgData name="Sonal Singh" userId="5383052a9505bb1d" providerId="LiveId" clId="{17EA0AD1-7042-4338-BF26-C7611BB631FB}" dt="2024-08-11T03:42:05.785" v="693" actId="2696"/>
        <pc:sldMkLst>
          <pc:docMk/>
          <pc:sldMk cId="1217696512" sldId="296"/>
        </pc:sldMkLst>
      </pc:sldChg>
      <pc:sldChg chg="del">
        <pc:chgData name="Sonal Singh" userId="5383052a9505bb1d" providerId="LiveId" clId="{17EA0AD1-7042-4338-BF26-C7611BB631FB}" dt="2024-08-11T03:42:03.082" v="692" actId="2696"/>
        <pc:sldMkLst>
          <pc:docMk/>
          <pc:sldMk cId="789844555" sldId="297"/>
        </pc:sldMkLst>
      </pc:sldChg>
      <pc:sldChg chg="del">
        <pc:chgData name="Sonal Singh" userId="5383052a9505bb1d" providerId="LiveId" clId="{17EA0AD1-7042-4338-BF26-C7611BB631FB}" dt="2024-08-11T03:42:08.489" v="694" actId="2696"/>
        <pc:sldMkLst>
          <pc:docMk/>
          <pc:sldMk cId="1532993486" sldId="298"/>
        </pc:sldMkLst>
      </pc:sldChg>
      <pc:sldChg chg="delSp modSp mod">
        <pc:chgData name="Sonal Singh" userId="5383052a9505bb1d" providerId="LiveId" clId="{17EA0AD1-7042-4338-BF26-C7611BB631FB}" dt="2024-08-11T03:42:18.987" v="713" actId="20577"/>
        <pc:sldMkLst>
          <pc:docMk/>
          <pc:sldMk cId="141831545" sldId="299"/>
        </pc:sldMkLst>
        <pc:spChg chg="mod">
          <ac:chgData name="Sonal Singh" userId="5383052a9505bb1d" providerId="LiveId" clId="{17EA0AD1-7042-4338-BF26-C7611BB631FB}" dt="2024-08-11T03:42:18.987" v="713" actId="20577"/>
          <ac:spMkLst>
            <pc:docMk/>
            <pc:sldMk cId="141831545" sldId="299"/>
            <ac:spMk id="5" creationId="{4B7F2568-1F55-7AE0-24FA-E8DDEE0CD38C}"/>
          </ac:spMkLst>
        </pc:spChg>
        <pc:spChg chg="del">
          <ac:chgData name="Sonal Singh" userId="5383052a9505bb1d" providerId="LiveId" clId="{17EA0AD1-7042-4338-BF26-C7611BB631FB}" dt="2024-08-11T03:42:16.050" v="695" actId="21"/>
          <ac:spMkLst>
            <pc:docMk/>
            <pc:sldMk cId="141831545" sldId="299"/>
            <ac:spMk id="7" creationId="{AC2D1591-6A96-025C-6AB3-1CC31EEE2CB4}"/>
          </ac:spMkLst>
        </pc:spChg>
      </pc:sldChg>
      <pc:sldChg chg="add">
        <pc:chgData name="Sonal Singh" userId="5383052a9505bb1d" providerId="LiveId" clId="{17EA0AD1-7042-4338-BF26-C7611BB631FB}" dt="2024-08-10T05:21:42.541" v="96" actId="2890"/>
        <pc:sldMkLst>
          <pc:docMk/>
          <pc:sldMk cId="4084061855" sldId="300"/>
        </pc:sldMkLst>
      </pc:sldChg>
      <pc:sldChg chg="modSp add mod">
        <pc:chgData name="Sonal Singh" userId="5383052a9505bb1d" providerId="LiveId" clId="{17EA0AD1-7042-4338-BF26-C7611BB631FB}" dt="2024-08-10T05:39:57.026" v="372" actId="113"/>
        <pc:sldMkLst>
          <pc:docMk/>
          <pc:sldMk cId="1251587386" sldId="301"/>
        </pc:sldMkLst>
        <pc:spChg chg="mod">
          <ac:chgData name="Sonal Singh" userId="5383052a9505bb1d" providerId="LiveId" clId="{17EA0AD1-7042-4338-BF26-C7611BB631FB}" dt="2024-08-10T05:39:57.026" v="372" actId="113"/>
          <ac:spMkLst>
            <pc:docMk/>
            <pc:sldMk cId="1251587386" sldId="301"/>
            <ac:spMk id="9" creationId="{7E92400B-E4B2-3823-9309-06F6AB6AE483}"/>
          </ac:spMkLst>
        </pc:spChg>
      </pc:sldChg>
      <pc:sldChg chg="modSp add mod">
        <pc:chgData name="Sonal Singh" userId="5383052a9505bb1d" providerId="LiveId" clId="{17EA0AD1-7042-4338-BF26-C7611BB631FB}" dt="2024-08-10T05:39:37.130" v="368" actId="113"/>
        <pc:sldMkLst>
          <pc:docMk/>
          <pc:sldMk cId="645388203" sldId="302"/>
        </pc:sldMkLst>
        <pc:spChg chg="mod">
          <ac:chgData name="Sonal Singh" userId="5383052a9505bb1d" providerId="LiveId" clId="{17EA0AD1-7042-4338-BF26-C7611BB631FB}" dt="2024-08-10T05:39:37.130" v="368" actId="113"/>
          <ac:spMkLst>
            <pc:docMk/>
            <pc:sldMk cId="645388203" sldId="302"/>
            <ac:spMk id="8" creationId="{EA1DE416-D79C-1641-2714-447AABBF0C25}"/>
          </ac:spMkLst>
        </pc:spChg>
      </pc:sldChg>
      <pc:sldChg chg="addSp delSp modSp add mod">
        <pc:chgData name="Sonal Singh" userId="5383052a9505bb1d" providerId="LiveId" clId="{17EA0AD1-7042-4338-BF26-C7611BB631FB}" dt="2024-08-11T03:08:27.129" v="636" actId="1076"/>
        <pc:sldMkLst>
          <pc:docMk/>
          <pc:sldMk cId="3492123793" sldId="303"/>
        </pc:sldMkLst>
        <pc:spChg chg="del">
          <ac:chgData name="Sonal Singh" userId="5383052a9505bb1d" providerId="LiveId" clId="{17EA0AD1-7042-4338-BF26-C7611BB631FB}" dt="2024-08-11T03:06:06.880" v="612" actId="21"/>
          <ac:spMkLst>
            <pc:docMk/>
            <pc:sldMk cId="3492123793" sldId="303"/>
            <ac:spMk id="3" creationId="{4169355A-C234-FD32-4811-2AD2CB894307}"/>
          </ac:spMkLst>
        </pc:spChg>
        <pc:spChg chg="add mod">
          <ac:chgData name="Sonal Singh" userId="5383052a9505bb1d" providerId="LiveId" clId="{17EA0AD1-7042-4338-BF26-C7611BB631FB}" dt="2024-08-11T03:08:27.129" v="636" actId="1076"/>
          <ac:spMkLst>
            <pc:docMk/>
            <pc:sldMk cId="3492123793" sldId="303"/>
            <ac:spMk id="6" creationId="{6B3C20FE-FDEF-CE3A-16D2-C8A4EB7D3517}"/>
          </ac:spMkLst>
        </pc:spChg>
      </pc:sldChg>
      <pc:sldChg chg="modSp add mod">
        <pc:chgData name="Sonal Singh" userId="5383052a9505bb1d" providerId="LiveId" clId="{17EA0AD1-7042-4338-BF26-C7611BB631FB}" dt="2024-08-11T03:09:04.188" v="641" actId="1076"/>
        <pc:sldMkLst>
          <pc:docMk/>
          <pc:sldMk cId="1948186836" sldId="304"/>
        </pc:sldMkLst>
        <pc:spChg chg="mod">
          <ac:chgData name="Sonal Singh" userId="5383052a9505bb1d" providerId="LiveId" clId="{17EA0AD1-7042-4338-BF26-C7611BB631FB}" dt="2024-08-11T03:09:04.188" v="641" actId="1076"/>
          <ac:spMkLst>
            <pc:docMk/>
            <pc:sldMk cId="1948186836" sldId="304"/>
            <ac:spMk id="6" creationId="{6B3C20FE-FDEF-CE3A-16D2-C8A4EB7D3517}"/>
          </ac:spMkLst>
        </pc:spChg>
      </pc:sldChg>
      <pc:sldChg chg="addSp delSp modSp add mod">
        <pc:chgData name="Sonal Singh" userId="5383052a9505bb1d" providerId="LiveId" clId="{17EA0AD1-7042-4338-BF26-C7611BB631FB}" dt="2024-08-11T03:18:55.973" v="651" actId="1076"/>
        <pc:sldMkLst>
          <pc:docMk/>
          <pc:sldMk cId="2920734558" sldId="305"/>
        </pc:sldMkLst>
        <pc:spChg chg="del">
          <ac:chgData name="Sonal Singh" userId="5383052a9505bb1d" providerId="LiveId" clId="{17EA0AD1-7042-4338-BF26-C7611BB631FB}" dt="2024-08-11T03:18:30.593" v="647" actId="21"/>
          <ac:spMkLst>
            <pc:docMk/>
            <pc:sldMk cId="2920734558" sldId="305"/>
            <ac:spMk id="3" creationId="{E30C410E-30BD-948C-70E0-D986069E761F}"/>
          </ac:spMkLst>
        </pc:spChg>
        <pc:picChg chg="add mod">
          <ac:chgData name="Sonal Singh" userId="5383052a9505bb1d" providerId="LiveId" clId="{17EA0AD1-7042-4338-BF26-C7611BB631FB}" dt="2024-08-11T03:18:55.973" v="651" actId="1076"/>
          <ac:picMkLst>
            <pc:docMk/>
            <pc:sldMk cId="2920734558" sldId="305"/>
            <ac:picMk id="6" creationId="{E80A0956-2C9D-2BE8-CBDD-EBA1CC237465}"/>
          </ac:picMkLst>
        </pc:picChg>
      </pc:sldChg>
      <pc:sldChg chg="addSp delSp modSp add mod">
        <pc:chgData name="Sonal Singh" userId="5383052a9505bb1d" providerId="LiveId" clId="{17EA0AD1-7042-4338-BF26-C7611BB631FB}" dt="2024-08-11T03:19:28.362" v="655" actId="14100"/>
        <pc:sldMkLst>
          <pc:docMk/>
          <pc:sldMk cId="923295856" sldId="306"/>
        </pc:sldMkLst>
        <pc:spChg chg="del">
          <ac:chgData name="Sonal Singh" userId="5383052a9505bb1d" providerId="LiveId" clId="{17EA0AD1-7042-4338-BF26-C7611BB631FB}" dt="2024-08-11T03:19:02.294" v="652" actId="21"/>
          <ac:spMkLst>
            <pc:docMk/>
            <pc:sldMk cId="923295856" sldId="306"/>
            <ac:spMk id="3" creationId="{E30C410E-30BD-948C-70E0-D986069E761F}"/>
          </ac:spMkLst>
        </pc:spChg>
        <pc:picChg chg="add mod">
          <ac:chgData name="Sonal Singh" userId="5383052a9505bb1d" providerId="LiveId" clId="{17EA0AD1-7042-4338-BF26-C7611BB631FB}" dt="2024-08-11T03:19:28.362" v="655" actId="14100"/>
          <ac:picMkLst>
            <pc:docMk/>
            <pc:sldMk cId="923295856" sldId="306"/>
            <ac:picMk id="6" creationId="{65383C6E-61D4-B98A-BD97-4FD7B4CDCCA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8834-C209-946B-EB5A-78025883A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E4E22F-B9D7-497C-325B-999CE1897F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66C95-8F3F-34D4-6BBD-E8CBDEA0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EDEC-01C9-4603-9FED-CAA97FCDADE1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BE3E7-9453-30E1-CB77-2E33AB004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31C87-9EB0-6264-20FB-BB09DE1D3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1D88-3A05-48BA-91F4-8B6BF3132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56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E9FCA-290B-8BB8-D2EA-915FAABFD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EA30A-9F33-6104-4431-AFD2463DB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CD2FA-63C6-1BEE-E523-F00EB864D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EDEC-01C9-4603-9FED-CAA97FCDADE1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A089F-5767-E2E6-FABD-4F9F60D4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3A411-8DD3-FC78-ECB6-0CB2DBA7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1D88-3A05-48BA-91F4-8B6BF3132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790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D8AAE-1331-D8AB-BBDA-9D4534617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9F062-306A-0953-9CE5-A5F758868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6E27E-2DAD-9711-26B6-AFDC14696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EDEC-01C9-4603-9FED-CAA97FCDADE1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A6E57-9CD3-8B48-841D-24DEF4E49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5D015-6524-2BE1-EC56-36936F026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1D88-3A05-48BA-91F4-8B6BF3132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03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FFC1B-EEDF-8DBB-2F77-4D44CB94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77AAE-8581-B5B7-706B-330F5F6AD8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E6C23-0E19-8495-99F7-ABBDF7376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0A27D-904D-2673-86BE-CD9C38B63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EDEC-01C9-4603-9FED-CAA97FCDADE1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664CA-220A-247E-972A-58D130C10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BE45F-1E04-DD60-F9FF-7C00053C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1D88-3A05-48BA-91F4-8B6BF3132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984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CAA95-8AA4-A666-FD7F-89F20953A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9E8A2-28F6-3871-67C8-5CBFCB406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5B8AB-9E9F-C484-834F-DDDFE58A1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5D45D8-D63A-B355-7E41-EA4F159994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F14D50-961F-17C1-20AD-FC325E9A51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AB128B-2D80-BA62-6A13-E604921AF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EDEC-01C9-4603-9FED-CAA97FCDADE1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7A8EF8-33D5-61E2-1C32-58EEF4EE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4937C8-6FF7-F735-5AA2-DB46FAD36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1D88-3A05-48BA-91F4-8B6BF3132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111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3BE1C-7DA3-35C9-7544-32298DD39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305876-ABB3-89DD-92EC-A997A115B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EDEC-01C9-4603-9FED-CAA97FCDADE1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C54E2-6E8D-E302-EAE9-870769C0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91977-0D48-7CDD-05CA-14C5F0299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1D88-3A05-48BA-91F4-8B6BF3132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298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227C8D-A4FD-A2F0-4547-A36F57283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EDEC-01C9-4603-9FED-CAA97FCDADE1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F8D082-6091-0C12-7E17-5A88AFFA5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F8548-09C0-E0DA-E9AB-83E06D8B3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1D88-3A05-48BA-91F4-8B6BF3132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693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8D969-CCB9-57BA-8A58-6426658C2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3A696-28BC-B5C7-ED0C-A910ECD3F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20260-169D-CDFB-51FE-F80C0CDDB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46B6D-9A6D-F3C9-7568-75A29CA73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EDEC-01C9-4603-9FED-CAA97FCDADE1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D7EA5-8969-257E-FC1D-171E0AF3F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9EB76-6272-9BE8-1B9E-852975F86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1D88-3A05-48BA-91F4-8B6BF3132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747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56EFD-348F-4E26-F4C7-B7018F6C5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4FDE5B-086E-76A0-F0C4-536EC8410A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61EB5-ED29-B4BB-AA18-43EC6DEAA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EAA56-08B2-88F6-0C8C-801FB1303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EDEC-01C9-4603-9FED-CAA97FCDADE1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6F0E5-0DF7-91A2-EF96-5868D319A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F4451-9135-1795-EECC-817986BDC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1D88-3A05-48BA-91F4-8B6BF3132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163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205EB-BB31-8737-D7F1-2A1967F0E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74D75-606A-B2F8-4AAB-99DF4A706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7369D-9641-A2B6-E4FB-1E43AF9C0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EDEC-01C9-4603-9FED-CAA97FCDADE1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1DF61-F7A1-8660-35F7-1F9BF7584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93B13-A28A-34F9-8D83-A4DAD500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1D88-3A05-48BA-91F4-8B6BF3132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241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057A47-0B45-E0FB-0E9D-0AABB1C031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230C9-704F-F924-EF11-A954DE378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4DCE6-78D0-F349-427B-0EFA5D71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EDEC-01C9-4603-9FED-CAA97FCDADE1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8F880-EF05-7442-BAD2-7BB5E025E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37864-6E4E-D5EA-A4A5-BC21501B2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1D88-3A05-48BA-91F4-8B6BF3132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086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185657-DD04-ECA8-8C5C-5824D033C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40EEE-7B9D-FE1C-A6E7-D6C489F6D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333F6-243A-DE0E-F3C7-41754DFFD0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FEDEC-01C9-4603-9FED-CAA97FCDADE1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477C7-827C-D0C2-1E95-26AFA962A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C7057-9384-E0F4-83CC-0D88492D4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71D88-3A05-48BA-91F4-8B6BF3132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705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A University - Wikipedia">
            <a:extLst>
              <a:ext uri="{FF2B5EF4-FFF2-40B4-BE49-F238E27FC236}">
                <a16:creationId xmlns:a16="http://schemas.microsoft.com/office/drawing/2014/main" id="{A4B2FE11-D7B7-0031-51CE-2D2E475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30354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B7F2568-1F55-7AE0-24FA-E8DDEE0CD38C}"/>
              </a:ext>
            </a:extLst>
          </p:cNvPr>
          <p:cNvSpPr txBox="1">
            <a:spLocks/>
          </p:cNvSpPr>
          <p:nvPr/>
        </p:nvSpPr>
        <p:spPr>
          <a:xfrm>
            <a:off x="1504947" y="-17491"/>
            <a:ext cx="10687051" cy="10298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                    </a:t>
            </a:r>
            <a:r>
              <a:rPr lang="en-US" sz="3200" dirty="0">
                <a:solidFill>
                  <a:schemeClr val="bg1"/>
                </a:solidFill>
                <a:latin typeface=" times new roman"/>
              </a:rPr>
              <a:t>C</a:t>
            </a:r>
            <a:r>
              <a:rPr lang="en-IN" sz="3200" dirty="0" err="1">
                <a:solidFill>
                  <a:schemeClr val="bg1"/>
                </a:solidFill>
                <a:latin typeface=" times new roman"/>
              </a:rPr>
              <a:t>omputer</a:t>
            </a:r>
            <a:r>
              <a:rPr lang="en-IN" sz="3200" dirty="0">
                <a:solidFill>
                  <a:schemeClr val="bg1"/>
                </a:solidFill>
                <a:latin typeface=" times new roman"/>
              </a:rPr>
              <a:t> Engineering and Application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941D57-C682-6D62-8BEA-A38D19E89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947" y="1387012"/>
            <a:ext cx="10515600" cy="4944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 times new roman"/>
              </a:rPr>
              <a:t>                  </a:t>
            </a:r>
            <a:r>
              <a:rPr lang="en-US" sz="3200" b="1" u="sng" dirty="0">
                <a:latin typeface=" times new roman"/>
              </a:rPr>
              <a:t>AGILE SOFTWARE DEVELOPMENT</a:t>
            </a:r>
            <a:endParaRPr lang="en-IN" sz="3200" b="1" u="sng" dirty="0">
              <a:latin typeface=" 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F405A2-6082-B158-CC12-E7EE0F239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748" y="2239766"/>
            <a:ext cx="7520683" cy="400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023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A University - Wikipedia">
            <a:extLst>
              <a:ext uri="{FF2B5EF4-FFF2-40B4-BE49-F238E27FC236}">
                <a16:creationId xmlns:a16="http://schemas.microsoft.com/office/drawing/2014/main" id="{A4B2FE11-D7B7-0031-51CE-2D2E475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30354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B7F2568-1F55-7AE0-24FA-E8DDEE0CD38C}"/>
              </a:ext>
            </a:extLst>
          </p:cNvPr>
          <p:cNvSpPr txBox="1">
            <a:spLocks/>
          </p:cNvSpPr>
          <p:nvPr/>
        </p:nvSpPr>
        <p:spPr>
          <a:xfrm>
            <a:off x="1504947" y="-17491"/>
            <a:ext cx="10687051" cy="10298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                                   </a:t>
            </a:r>
            <a:endParaRPr lang="en-IN" sz="3200" dirty="0">
              <a:solidFill>
                <a:schemeClr val="bg1"/>
              </a:solidFill>
              <a:latin typeface=" 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5DAE7F-79E8-AD45-4B24-A70E58ABF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743" y="1720911"/>
            <a:ext cx="7678222" cy="39915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0704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A University - Wikipedia">
            <a:extLst>
              <a:ext uri="{FF2B5EF4-FFF2-40B4-BE49-F238E27FC236}">
                <a16:creationId xmlns:a16="http://schemas.microsoft.com/office/drawing/2014/main" id="{A4B2FE11-D7B7-0031-51CE-2D2E475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30354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B7F2568-1F55-7AE0-24FA-E8DDEE0CD38C}"/>
              </a:ext>
            </a:extLst>
          </p:cNvPr>
          <p:cNvSpPr txBox="1">
            <a:spLocks/>
          </p:cNvSpPr>
          <p:nvPr/>
        </p:nvSpPr>
        <p:spPr>
          <a:xfrm>
            <a:off x="1504947" y="-17491"/>
            <a:ext cx="10687051" cy="10298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                                   </a:t>
            </a:r>
            <a:endParaRPr lang="en-IN" sz="3200" dirty="0">
              <a:solidFill>
                <a:schemeClr val="bg1"/>
              </a:solidFill>
              <a:latin typeface=" 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5DF2CA-65CE-C34F-C810-BA252CF8F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075" y="2419208"/>
            <a:ext cx="4792699" cy="25123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84061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A University - Wikipedia">
            <a:extLst>
              <a:ext uri="{FF2B5EF4-FFF2-40B4-BE49-F238E27FC236}">
                <a16:creationId xmlns:a16="http://schemas.microsoft.com/office/drawing/2014/main" id="{A4B2FE11-D7B7-0031-51CE-2D2E475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30354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B7F2568-1F55-7AE0-24FA-E8DDEE0CD38C}"/>
              </a:ext>
            </a:extLst>
          </p:cNvPr>
          <p:cNvSpPr txBox="1">
            <a:spLocks/>
          </p:cNvSpPr>
          <p:nvPr/>
        </p:nvSpPr>
        <p:spPr>
          <a:xfrm>
            <a:off x="1504947" y="-17491"/>
            <a:ext cx="10687051" cy="10298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                                         </a:t>
            </a:r>
            <a:r>
              <a:rPr lang="en-US" sz="3200" dirty="0">
                <a:solidFill>
                  <a:schemeClr val="bg1"/>
                </a:solidFill>
                <a:latin typeface=" times new roman"/>
              </a:rPr>
              <a:t>INTRODUCTION</a:t>
            </a:r>
            <a:endParaRPr lang="en-IN" sz="3200" dirty="0">
              <a:solidFill>
                <a:schemeClr val="bg1"/>
              </a:solidFill>
              <a:latin typeface=" 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259DC4-DC54-CEB9-53BE-FC2CAFD9DBC2}"/>
              </a:ext>
            </a:extLst>
          </p:cNvPr>
          <p:cNvSpPr txBox="1"/>
          <p:nvPr/>
        </p:nvSpPr>
        <p:spPr>
          <a:xfrm>
            <a:off x="1430355" y="2405632"/>
            <a:ext cx="101280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 times new roman"/>
              </a:rPr>
              <a:t>Agile Software Development is an iterative and incremental approach to </a:t>
            </a:r>
            <a:r>
              <a:rPr lang="en-US" sz="2400" b="0" i="0" u="sng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 times new roman"/>
              </a:rPr>
              <a:t>developing a </a:t>
            </a:r>
            <a:r>
              <a:rPr lang="en-US" sz="2400" u="sng" dirty="0">
                <a:solidFill>
                  <a:srgbClr val="273239"/>
                </a:solidFill>
                <a:highlight>
                  <a:srgbClr val="FFFFFF"/>
                </a:highlight>
                <a:latin typeface=" times new roman"/>
              </a:rPr>
              <a:t>software</a:t>
            </a:r>
            <a:r>
              <a:rPr lang="en-US" sz="24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 times new roman"/>
              </a:rPr>
              <a:t> that emphasizes the importance of delivering a working product quickly and frequently. It involves close collaboration between the development team and the customer to ensure that the product meets their needs and </a:t>
            </a:r>
            <a:r>
              <a:rPr lang="en-US" sz="2400" b="0" i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 times new roman"/>
              </a:rPr>
              <a:t>expectations.</a:t>
            </a:r>
            <a:endParaRPr lang="en-IN" sz="2400" dirty="0">
              <a:latin typeface=" 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3641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A University - Wikipedia">
            <a:extLst>
              <a:ext uri="{FF2B5EF4-FFF2-40B4-BE49-F238E27FC236}">
                <a16:creationId xmlns:a16="http://schemas.microsoft.com/office/drawing/2014/main" id="{A4B2FE11-D7B7-0031-51CE-2D2E475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30354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B7F2568-1F55-7AE0-24FA-E8DDEE0CD38C}"/>
              </a:ext>
            </a:extLst>
          </p:cNvPr>
          <p:cNvSpPr txBox="1">
            <a:spLocks/>
          </p:cNvSpPr>
          <p:nvPr/>
        </p:nvSpPr>
        <p:spPr>
          <a:xfrm>
            <a:off x="1504949" y="0"/>
            <a:ext cx="10687051" cy="10298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                      </a:t>
            </a:r>
            <a:r>
              <a:rPr lang="en-US" sz="3200" dirty="0">
                <a:solidFill>
                  <a:schemeClr val="bg1"/>
                </a:solidFill>
                <a:latin typeface=" times new roman"/>
              </a:rPr>
              <a:t>TRADITIONAL VS AGILE METHOD</a:t>
            </a:r>
            <a:endParaRPr lang="en-IN" sz="3200" dirty="0">
              <a:solidFill>
                <a:schemeClr val="bg1"/>
              </a:solidFill>
              <a:latin typeface=" 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2400B-E4B2-3823-9309-06F6AB6AE483}"/>
              </a:ext>
            </a:extLst>
          </p:cNvPr>
          <p:cNvSpPr txBox="1"/>
          <p:nvPr/>
        </p:nvSpPr>
        <p:spPr>
          <a:xfrm>
            <a:off x="1430353" y="1502688"/>
            <a:ext cx="1038492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en-US" sz="2400" b="1" dirty="0">
                <a:latin typeface=" times new roman"/>
              </a:rPr>
              <a:t>Project Structure: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Traditional Method (Waterfall Model):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 times new roman"/>
              </a:rPr>
              <a:t>Linear and Sequential: Projects follow a fixed sequence of phases: requirements gathering, design, implementation, testing, deployment, and maintenance.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 times new roman"/>
              </a:rPr>
              <a:t>Phases are fixed: Once a phase is completed, it's difficult to go back and make changes.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Agile Method: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 times new roman"/>
              </a:rPr>
              <a:t>Iterative and Incremental: Projects are broken down into smaller cycles called iterations or sprints. Each sprint delivers a potentially shippable product increment.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 times new roman"/>
              </a:rPr>
              <a:t>Flexible: Changes can be made at any stage of the project, with the ability to revisit and refine previous work.</a:t>
            </a:r>
          </a:p>
        </p:txBody>
      </p:sp>
    </p:spTree>
    <p:extLst>
      <p:ext uri="{BB962C8B-B14F-4D97-AF65-F5344CB8AC3E}">
        <p14:creationId xmlns:p14="http://schemas.microsoft.com/office/powerpoint/2010/main" val="3671895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A University - Wikipedia">
            <a:extLst>
              <a:ext uri="{FF2B5EF4-FFF2-40B4-BE49-F238E27FC236}">
                <a16:creationId xmlns:a16="http://schemas.microsoft.com/office/drawing/2014/main" id="{A4B2FE11-D7B7-0031-51CE-2D2E475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30354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B7F2568-1F55-7AE0-24FA-E8DDEE0CD38C}"/>
              </a:ext>
            </a:extLst>
          </p:cNvPr>
          <p:cNvSpPr txBox="1">
            <a:spLocks/>
          </p:cNvSpPr>
          <p:nvPr/>
        </p:nvSpPr>
        <p:spPr>
          <a:xfrm>
            <a:off x="1504949" y="0"/>
            <a:ext cx="10687051" cy="10298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             </a:t>
            </a:r>
            <a:endParaRPr lang="en-IN" sz="3200" dirty="0">
              <a:solidFill>
                <a:schemeClr val="bg1"/>
              </a:solidFill>
              <a:latin typeface=" 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2400B-E4B2-3823-9309-06F6AB6AE483}"/>
              </a:ext>
            </a:extLst>
          </p:cNvPr>
          <p:cNvSpPr txBox="1"/>
          <p:nvPr/>
        </p:nvSpPr>
        <p:spPr>
          <a:xfrm>
            <a:off x="1430353" y="1502688"/>
            <a:ext cx="1038492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2</a:t>
            </a:r>
            <a:r>
              <a:rPr lang="en-US" sz="2400" dirty="0">
                <a:latin typeface=" times new roman"/>
              </a:rPr>
              <a:t>. </a:t>
            </a:r>
            <a:r>
              <a:rPr lang="en-US" sz="2400" b="1" dirty="0">
                <a:latin typeface=" times new roman"/>
              </a:rPr>
              <a:t>Project Planning: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Traditional Method: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 times new roman"/>
              </a:rPr>
              <a:t>Detailed Upfront Planning: Extensive planning is done at the beginning of the project, with a clear and detailed project plan.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 times new roman"/>
              </a:rPr>
              <a:t>Fixed Scope: The scope, timeline, and budget are usually set at the start and changes are typically avoided.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Agile Method: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 times new roman"/>
              </a:rPr>
              <a:t>Adaptive Planning: Planning is continuous and evolves throughout the project. Only the next few sprints are planned in detail.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 times new roman"/>
              </a:rPr>
              <a:t>Flexible Scope: The scope can change based on feedback and evolving needs. Priorities are adjusted as the project progresses.</a:t>
            </a:r>
            <a:endParaRPr lang="en-IN" sz="2400" dirty="0">
              <a:latin typeface=" 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1587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A University - Wikipedia">
            <a:extLst>
              <a:ext uri="{FF2B5EF4-FFF2-40B4-BE49-F238E27FC236}">
                <a16:creationId xmlns:a16="http://schemas.microsoft.com/office/drawing/2014/main" id="{A4B2FE11-D7B7-0031-51CE-2D2E475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30354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B7F2568-1F55-7AE0-24FA-E8DDEE0CD38C}"/>
              </a:ext>
            </a:extLst>
          </p:cNvPr>
          <p:cNvSpPr txBox="1">
            <a:spLocks/>
          </p:cNvSpPr>
          <p:nvPr/>
        </p:nvSpPr>
        <p:spPr>
          <a:xfrm>
            <a:off x="1504947" y="-17491"/>
            <a:ext cx="10687051" cy="10298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                      </a:t>
            </a:r>
            <a:endParaRPr lang="en-IN" sz="3200" dirty="0">
              <a:solidFill>
                <a:schemeClr val="bg1"/>
              </a:solidFill>
              <a:latin typeface=" 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1DE416-D79C-1641-2714-447AABBF0C25}"/>
              </a:ext>
            </a:extLst>
          </p:cNvPr>
          <p:cNvSpPr txBox="1"/>
          <p:nvPr/>
        </p:nvSpPr>
        <p:spPr>
          <a:xfrm>
            <a:off x="1504947" y="1646957"/>
            <a:ext cx="1005348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3</a:t>
            </a:r>
            <a:r>
              <a:rPr lang="en-US" sz="2400" dirty="0">
                <a:latin typeface=" times new roman"/>
              </a:rPr>
              <a:t>. </a:t>
            </a:r>
            <a:r>
              <a:rPr lang="en-US" sz="2400" b="1" dirty="0">
                <a:latin typeface=" times new roman"/>
              </a:rPr>
              <a:t>Team Structure: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Traditional Method: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 times new roman"/>
              </a:rPr>
              <a:t>Hierarchical: Teams often have a clear hierarchy with project managers overseeing the work.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 times new roman"/>
              </a:rPr>
              <a:t>Specialized Roles: Team members typically have specialized roles (e.g., developers, testers).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Agile Method: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 times new roman"/>
              </a:rPr>
              <a:t>Collaborative: Teams are cross-functional and self-organizing, with members working together closely.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 times new roman"/>
              </a:rPr>
              <a:t>Generalized Roles: Team members often take on multiple roles, contributing to different aspects of the project.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237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A University - Wikipedia">
            <a:extLst>
              <a:ext uri="{FF2B5EF4-FFF2-40B4-BE49-F238E27FC236}">
                <a16:creationId xmlns:a16="http://schemas.microsoft.com/office/drawing/2014/main" id="{A4B2FE11-D7B7-0031-51CE-2D2E475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30354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B7F2568-1F55-7AE0-24FA-E8DDEE0CD38C}"/>
              </a:ext>
            </a:extLst>
          </p:cNvPr>
          <p:cNvSpPr txBox="1">
            <a:spLocks/>
          </p:cNvSpPr>
          <p:nvPr/>
        </p:nvSpPr>
        <p:spPr>
          <a:xfrm>
            <a:off x="1504947" y="-17491"/>
            <a:ext cx="10687051" cy="10298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                      </a:t>
            </a:r>
            <a:endParaRPr lang="en-IN" sz="3200" dirty="0">
              <a:solidFill>
                <a:schemeClr val="bg1"/>
              </a:solidFill>
              <a:latin typeface=" 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1DE416-D79C-1641-2714-447AABBF0C25}"/>
              </a:ext>
            </a:extLst>
          </p:cNvPr>
          <p:cNvSpPr txBox="1"/>
          <p:nvPr/>
        </p:nvSpPr>
        <p:spPr>
          <a:xfrm>
            <a:off x="1504947" y="1126758"/>
            <a:ext cx="1005348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pPr algn="just"/>
            <a:r>
              <a:rPr lang="en-US" dirty="0"/>
              <a:t>4</a:t>
            </a:r>
            <a:r>
              <a:rPr lang="en-US" sz="2400" b="1" dirty="0"/>
              <a:t>. </a:t>
            </a:r>
            <a:r>
              <a:rPr lang="en-US" sz="2400" b="1" dirty="0">
                <a:latin typeface=" times new roman"/>
              </a:rPr>
              <a:t>Customer Involvement: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Traditional Method: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 times new roman"/>
              </a:rPr>
              <a:t>Limited: Customers are usually involved only at the beginning (requirements phase) and end (delivery phase).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 times new roman"/>
              </a:rPr>
              <a:t>Fixed Deliverables: The final product is delivered at the end of the project.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Agile Method: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 times new roman"/>
              </a:rPr>
              <a:t>High Involvement: Customers are continuously involved, providing feedback at the end of each sprint.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 times new roman"/>
              </a:rPr>
              <a:t>Incremental Deliverables: Working increments of the product are delivered regularly.</a:t>
            </a:r>
            <a:endParaRPr lang="en-IN" sz="2400" dirty="0">
              <a:latin typeface=" 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45388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A University - Wikipedia">
            <a:extLst>
              <a:ext uri="{FF2B5EF4-FFF2-40B4-BE49-F238E27FC236}">
                <a16:creationId xmlns:a16="http://schemas.microsoft.com/office/drawing/2014/main" id="{A4B2FE11-D7B7-0031-51CE-2D2E475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30354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B7F2568-1F55-7AE0-24FA-E8DDEE0CD38C}"/>
              </a:ext>
            </a:extLst>
          </p:cNvPr>
          <p:cNvSpPr txBox="1">
            <a:spLocks/>
          </p:cNvSpPr>
          <p:nvPr/>
        </p:nvSpPr>
        <p:spPr>
          <a:xfrm>
            <a:off x="1504947" y="-17491"/>
            <a:ext cx="10687051" cy="10298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                                </a:t>
            </a:r>
            <a:endParaRPr lang="en-IN" sz="3200" dirty="0">
              <a:solidFill>
                <a:schemeClr val="bg1"/>
              </a:solidFill>
              <a:latin typeface=" 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8B1B99-FFCC-630A-E0EA-863C0986D2C1}"/>
              </a:ext>
            </a:extLst>
          </p:cNvPr>
          <p:cNvSpPr txBox="1"/>
          <p:nvPr/>
        </p:nvSpPr>
        <p:spPr>
          <a:xfrm>
            <a:off x="1613043" y="2128633"/>
            <a:ext cx="1010976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5</a:t>
            </a:r>
            <a:r>
              <a:rPr lang="en-US" sz="2400" b="1" dirty="0">
                <a:latin typeface=" times new roman"/>
              </a:rPr>
              <a:t>. Risk Management: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Traditional Method:</a:t>
            </a:r>
            <a:endParaRPr lang="en-US" sz="2400" dirty="0">
              <a:latin typeface=" times new roman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 times new roman"/>
              </a:rPr>
              <a:t>Higher Risk:</a:t>
            </a:r>
            <a:r>
              <a:rPr lang="en-US" sz="2400" dirty="0">
                <a:latin typeface=" times new roman"/>
              </a:rPr>
              <a:t> Risks are often identified and mitigated during the planning phase. If requirements change, it can be difficult to adapt.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Agile Method:</a:t>
            </a:r>
            <a:endParaRPr lang="en-US" sz="2400" dirty="0">
              <a:latin typeface=" times new roman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 times new roman"/>
              </a:rPr>
              <a:t>Lower Risk:</a:t>
            </a:r>
            <a:r>
              <a:rPr lang="en-US" sz="2400" dirty="0">
                <a:latin typeface=" times new roman"/>
              </a:rPr>
              <a:t> Frequent feedback and incremental delivery help identify and address risks early, reducing the impact of changes.</a:t>
            </a:r>
          </a:p>
        </p:txBody>
      </p:sp>
    </p:spTree>
    <p:extLst>
      <p:ext uri="{BB962C8B-B14F-4D97-AF65-F5344CB8AC3E}">
        <p14:creationId xmlns:p14="http://schemas.microsoft.com/office/powerpoint/2010/main" val="1811840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A University - Wikipedia">
            <a:extLst>
              <a:ext uri="{FF2B5EF4-FFF2-40B4-BE49-F238E27FC236}">
                <a16:creationId xmlns:a16="http://schemas.microsoft.com/office/drawing/2014/main" id="{A4B2FE11-D7B7-0031-51CE-2D2E475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30354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B7F2568-1F55-7AE0-24FA-E8DDEE0CD38C}"/>
              </a:ext>
            </a:extLst>
          </p:cNvPr>
          <p:cNvSpPr txBox="1">
            <a:spLocks/>
          </p:cNvSpPr>
          <p:nvPr/>
        </p:nvSpPr>
        <p:spPr>
          <a:xfrm>
            <a:off x="1504947" y="-17491"/>
            <a:ext cx="10687051" cy="10298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    </a:t>
            </a:r>
            <a:r>
              <a:rPr lang="en-US" sz="3200" dirty="0">
                <a:solidFill>
                  <a:schemeClr val="bg1"/>
                </a:solidFill>
                <a:latin typeface=" times new roman"/>
              </a:rPr>
              <a:t>MENIFESTO FOR  AGILE SOFTWARE DEVELOPMENT</a:t>
            </a:r>
            <a:endParaRPr lang="en-IN" sz="3200" dirty="0">
              <a:solidFill>
                <a:schemeClr val="bg1"/>
              </a:solidFill>
              <a:latin typeface=" 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611132-95A2-708E-B2AB-8732731C488C}"/>
              </a:ext>
            </a:extLst>
          </p:cNvPr>
          <p:cNvSpPr txBox="1"/>
          <p:nvPr/>
        </p:nvSpPr>
        <p:spPr>
          <a:xfrm>
            <a:off x="1304819" y="1240926"/>
            <a:ext cx="1053101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 times new roman"/>
              </a:rPr>
              <a:t>The Agile Manifesto is based on four key values:</a:t>
            </a:r>
          </a:p>
          <a:p>
            <a:pPr algn="just"/>
            <a:r>
              <a:rPr lang="en-US" sz="2400" b="1" dirty="0">
                <a:latin typeface=" times new roman"/>
              </a:rPr>
              <a:t>1) Individuals and Interactions over Processes and Tools</a:t>
            </a:r>
          </a:p>
          <a:p>
            <a:pPr algn="just"/>
            <a:r>
              <a:rPr lang="en-US" sz="2400" dirty="0">
                <a:latin typeface=" times new roman"/>
              </a:rPr>
              <a:t>Prioritizing communication and collaboration among team members rather than relying solely on processes and tools.</a:t>
            </a:r>
          </a:p>
          <a:p>
            <a:pPr algn="just"/>
            <a:r>
              <a:rPr lang="en-US" sz="2400" b="1" dirty="0">
                <a:latin typeface=" times new roman"/>
              </a:rPr>
              <a:t>2) Working Software over Comprehensive Documentation</a:t>
            </a:r>
          </a:p>
          <a:p>
            <a:pPr algn="just"/>
            <a:r>
              <a:rPr lang="en-US" sz="2400" dirty="0">
                <a:latin typeface=" times new roman"/>
              </a:rPr>
              <a:t>Delivering functional software is more important than producing extensive documentation. Documentation is important but should support the working software, not overwhelm it.</a:t>
            </a:r>
          </a:p>
          <a:p>
            <a:pPr algn="just"/>
            <a:r>
              <a:rPr lang="en-US" sz="2400" b="1" dirty="0">
                <a:latin typeface=" times new roman"/>
              </a:rPr>
              <a:t>3) Customer Collaboration over Contract Negotiation</a:t>
            </a:r>
          </a:p>
          <a:p>
            <a:pPr algn="just"/>
            <a:r>
              <a:rPr lang="en-US" sz="2400" dirty="0">
                <a:latin typeface=" times new roman"/>
              </a:rPr>
              <a:t>Engaging with customers throughout the project to ensure the product meets their needs, rather than just following a contract.</a:t>
            </a:r>
          </a:p>
          <a:p>
            <a:pPr algn="just"/>
            <a:r>
              <a:rPr lang="en-US" sz="2400" b="1" dirty="0">
                <a:latin typeface=" times new roman"/>
              </a:rPr>
              <a:t>4) Responding to Change over Following a Plan</a:t>
            </a:r>
          </a:p>
          <a:p>
            <a:pPr algn="just"/>
            <a:r>
              <a:rPr lang="en-US" sz="2400" dirty="0">
                <a:latin typeface=" times new roman"/>
              </a:rPr>
              <a:t>Embracing change, even late in the development process, rather than strictly adhering to a pre-defined plan.</a:t>
            </a:r>
            <a:endParaRPr lang="en-IN" sz="2400" dirty="0">
              <a:latin typeface=" 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30055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A University - Wikipedia">
            <a:extLst>
              <a:ext uri="{FF2B5EF4-FFF2-40B4-BE49-F238E27FC236}">
                <a16:creationId xmlns:a16="http://schemas.microsoft.com/office/drawing/2014/main" id="{A4B2FE11-D7B7-0031-51CE-2D2E475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30354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B7F2568-1F55-7AE0-24FA-E8DDEE0CD38C}"/>
              </a:ext>
            </a:extLst>
          </p:cNvPr>
          <p:cNvSpPr txBox="1">
            <a:spLocks/>
          </p:cNvSpPr>
          <p:nvPr/>
        </p:nvSpPr>
        <p:spPr>
          <a:xfrm>
            <a:off x="1504947" y="-17491"/>
            <a:ext cx="10687051" cy="10298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                                </a:t>
            </a:r>
            <a:r>
              <a:rPr lang="en-US" sz="3200" dirty="0">
                <a:solidFill>
                  <a:schemeClr val="bg1"/>
                </a:solidFill>
                <a:latin typeface=" times new roman"/>
              </a:rPr>
              <a:t>12 PRINCIPLES OF AGILE</a:t>
            </a:r>
            <a:endParaRPr lang="en-IN" sz="3200" dirty="0">
              <a:solidFill>
                <a:schemeClr val="bg1"/>
              </a:solidFill>
              <a:latin typeface=" 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69355A-C234-FD32-4811-2AD2CB894307}"/>
              </a:ext>
            </a:extLst>
          </p:cNvPr>
          <p:cNvSpPr txBox="1"/>
          <p:nvPr/>
        </p:nvSpPr>
        <p:spPr>
          <a:xfrm>
            <a:off x="1504947" y="1713134"/>
            <a:ext cx="1042335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Customer Satisfaction: </a:t>
            </a:r>
            <a:r>
              <a:rPr lang="en-US" sz="2400" dirty="0">
                <a:latin typeface=" times new roman"/>
              </a:rPr>
              <a:t>The highest priority is to satisfy the customer through early and continuous delivery of valuable software.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Welcome Changing Requirements: </a:t>
            </a:r>
            <a:r>
              <a:rPr lang="en-US" sz="2400" dirty="0">
                <a:latin typeface=" times new roman"/>
              </a:rPr>
              <a:t>Agile processes harness change for the customer’s competitive advantage, even late in development.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Frequent Delivery: </a:t>
            </a:r>
            <a:r>
              <a:rPr lang="en-US" sz="2400" dirty="0">
                <a:latin typeface=" times new roman"/>
              </a:rPr>
              <a:t>Deliver working software frequently, from a couple of weeks to a couple of months, with a preference for the shorter timescale.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Collaboration: </a:t>
            </a:r>
            <a:r>
              <a:rPr lang="en-US" sz="2400" dirty="0">
                <a:latin typeface=" times new roman"/>
              </a:rPr>
              <a:t>Business people and developers must work together daily throughout the project.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Motivated Individuals: </a:t>
            </a:r>
            <a:r>
              <a:rPr lang="en-US" sz="2400" dirty="0">
                <a:latin typeface=" times new roman"/>
              </a:rPr>
              <a:t>Build projects around motivated individuals. Give them the environment and support they need, and trust them to get the job done.</a:t>
            </a:r>
            <a:endParaRPr lang="en-IN" sz="2400" dirty="0">
              <a:latin typeface=" 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8719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A University - Wikipedia">
            <a:extLst>
              <a:ext uri="{FF2B5EF4-FFF2-40B4-BE49-F238E27FC236}">
                <a16:creationId xmlns:a16="http://schemas.microsoft.com/office/drawing/2014/main" id="{A4B2FE11-D7B7-0031-51CE-2D2E475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30354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B7F2568-1F55-7AE0-24FA-E8DDEE0CD38C}"/>
              </a:ext>
            </a:extLst>
          </p:cNvPr>
          <p:cNvSpPr txBox="1">
            <a:spLocks/>
          </p:cNvSpPr>
          <p:nvPr/>
        </p:nvSpPr>
        <p:spPr>
          <a:xfrm>
            <a:off x="1504947" y="-17491"/>
            <a:ext cx="10687051" cy="10298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                                </a:t>
            </a:r>
            <a:r>
              <a:rPr lang="en-US" sz="3200" dirty="0">
                <a:solidFill>
                  <a:schemeClr val="bg1"/>
                </a:solidFill>
                <a:latin typeface=" times new roman"/>
              </a:rPr>
              <a:t>12 PRINCIPLES OF AGILE</a:t>
            </a:r>
            <a:endParaRPr lang="en-IN" sz="3200" dirty="0">
              <a:solidFill>
                <a:schemeClr val="bg1"/>
              </a:solidFill>
              <a:latin typeface=" 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3C20FE-FDEF-CE3A-16D2-C8A4EB7D3517}"/>
              </a:ext>
            </a:extLst>
          </p:cNvPr>
          <p:cNvSpPr txBox="1"/>
          <p:nvPr/>
        </p:nvSpPr>
        <p:spPr>
          <a:xfrm>
            <a:off x="1255694" y="1595586"/>
            <a:ext cx="1059800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Face-to-Face Conversation: </a:t>
            </a:r>
            <a:r>
              <a:rPr lang="en-US" sz="2400" dirty="0">
                <a:latin typeface=" times new roman"/>
              </a:rPr>
              <a:t>The most efficient and effective method of conveying information to and within a development team is face-to-face conversation.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Working Software: </a:t>
            </a:r>
            <a:r>
              <a:rPr lang="en-US" sz="2400" dirty="0">
                <a:latin typeface=" times new roman"/>
              </a:rPr>
              <a:t>Working software is the primary measure of progress.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Sustainable Development: </a:t>
            </a:r>
            <a:r>
              <a:rPr lang="en-US" sz="2400" dirty="0">
                <a:latin typeface=" times new roman"/>
              </a:rPr>
              <a:t>Agile processes promote sustainable development. The sponsors, developers, and users should be able to maintain a constant pace indefinitely.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Technical Excellence: </a:t>
            </a:r>
            <a:r>
              <a:rPr lang="en-US" sz="2400" dirty="0">
                <a:latin typeface=" times new roman"/>
              </a:rPr>
              <a:t>Continuous attention to technical excellence and good design enhances agility.</a:t>
            </a:r>
          </a:p>
        </p:txBody>
      </p:sp>
    </p:spTree>
    <p:extLst>
      <p:ext uri="{BB962C8B-B14F-4D97-AF65-F5344CB8AC3E}">
        <p14:creationId xmlns:p14="http://schemas.microsoft.com/office/powerpoint/2010/main" val="3492123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A University - Wikipedia">
            <a:extLst>
              <a:ext uri="{FF2B5EF4-FFF2-40B4-BE49-F238E27FC236}">
                <a16:creationId xmlns:a16="http://schemas.microsoft.com/office/drawing/2014/main" id="{A4B2FE11-D7B7-0031-51CE-2D2E475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30354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B7F2568-1F55-7AE0-24FA-E8DDEE0CD38C}"/>
              </a:ext>
            </a:extLst>
          </p:cNvPr>
          <p:cNvSpPr txBox="1">
            <a:spLocks/>
          </p:cNvSpPr>
          <p:nvPr/>
        </p:nvSpPr>
        <p:spPr>
          <a:xfrm>
            <a:off x="1504947" y="-17491"/>
            <a:ext cx="10687051" cy="10298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                                </a:t>
            </a:r>
            <a:r>
              <a:rPr lang="en-US" sz="3200" dirty="0">
                <a:solidFill>
                  <a:schemeClr val="bg1"/>
                </a:solidFill>
                <a:latin typeface=" times new roman"/>
              </a:rPr>
              <a:t>12 PRINCIPLES OF AGILE</a:t>
            </a:r>
            <a:endParaRPr lang="en-IN" sz="3200" dirty="0">
              <a:solidFill>
                <a:schemeClr val="bg1"/>
              </a:solidFill>
              <a:latin typeface=" 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3C20FE-FDEF-CE3A-16D2-C8A4EB7D3517}"/>
              </a:ext>
            </a:extLst>
          </p:cNvPr>
          <p:cNvSpPr txBox="1"/>
          <p:nvPr/>
        </p:nvSpPr>
        <p:spPr>
          <a:xfrm>
            <a:off x="1317338" y="1688053"/>
            <a:ext cx="1059800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Simplicity:</a:t>
            </a:r>
            <a:r>
              <a:rPr lang="en-US" sz="2400" dirty="0">
                <a:latin typeface=" times new roman"/>
              </a:rPr>
              <a:t> The art of maximizing the amount of work not done—essentially, simplicity—is essential.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Self-Organizing Teams: </a:t>
            </a:r>
            <a:r>
              <a:rPr lang="en-US" sz="2400" dirty="0">
                <a:latin typeface=" times new roman"/>
              </a:rPr>
              <a:t>The best architectures, requirements, and designs emerge from self-organizing teams.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 times new roman"/>
              </a:rPr>
              <a:t>Reflection and Adjustment:</a:t>
            </a:r>
            <a:r>
              <a:rPr lang="en-US" sz="2400" dirty="0">
                <a:latin typeface=" times new roman"/>
              </a:rPr>
              <a:t> At regular intervals, the team reflects on how to become more effective, then tunes and adjusts its behavior accordingly.</a:t>
            </a:r>
            <a:endParaRPr lang="en-IN" sz="2400" dirty="0">
              <a:latin typeface=" 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48186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A University - Wikipedia">
            <a:extLst>
              <a:ext uri="{FF2B5EF4-FFF2-40B4-BE49-F238E27FC236}">
                <a16:creationId xmlns:a16="http://schemas.microsoft.com/office/drawing/2014/main" id="{A4B2FE11-D7B7-0031-51CE-2D2E475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30354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B7F2568-1F55-7AE0-24FA-E8DDEE0CD38C}"/>
              </a:ext>
            </a:extLst>
          </p:cNvPr>
          <p:cNvSpPr txBox="1">
            <a:spLocks/>
          </p:cNvSpPr>
          <p:nvPr/>
        </p:nvSpPr>
        <p:spPr>
          <a:xfrm>
            <a:off x="1504947" y="-17491"/>
            <a:ext cx="10687051" cy="10298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                </a:t>
            </a:r>
            <a:endParaRPr lang="en-IN" sz="3200" dirty="0">
              <a:solidFill>
                <a:schemeClr val="bg1"/>
              </a:solidFill>
              <a:latin typeface=" 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C4721E-34BE-F109-50C6-F54AFE722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152" y="1273369"/>
            <a:ext cx="8573696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95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A University - Wikipedia">
            <a:extLst>
              <a:ext uri="{FF2B5EF4-FFF2-40B4-BE49-F238E27FC236}">
                <a16:creationId xmlns:a16="http://schemas.microsoft.com/office/drawing/2014/main" id="{A4B2FE11-D7B7-0031-51CE-2D2E475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30354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B7F2568-1F55-7AE0-24FA-E8DDEE0CD38C}"/>
              </a:ext>
            </a:extLst>
          </p:cNvPr>
          <p:cNvSpPr txBox="1">
            <a:spLocks/>
          </p:cNvSpPr>
          <p:nvPr/>
        </p:nvSpPr>
        <p:spPr>
          <a:xfrm>
            <a:off x="1504947" y="-17491"/>
            <a:ext cx="10687051" cy="10298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                </a:t>
            </a:r>
            <a:endParaRPr lang="en-IN" sz="3200" dirty="0">
              <a:solidFill>
                <a:schemeClr val="bg1"/>
              </a:solidFill>
              <a:latin typeface=" 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0A0956-2C9D-2BE8-CBDD-EBA1CC237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379" y="1519833"/>
            <a:ext cx="9171599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34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A University - Wikipedia">
            <a:extLst>
              <a:ext uri="{FF2B5EF4-FFF2-40B4-BE49-F238E27FC236}">
                <a16:creationId xmlns:a16="http://schemas.microsoft.com/office/drawing/2014/main" id="{A4B2FE11-D7B7-0031-51CE-2D2E475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30354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B7F2568-1F55-7AE0-24FA-E8DDEE0CD38C}"/>
              </a:ext>
            </a:extLst>
          </p:cNvPr>
          <p:cNvSpPr txBox="1">
            <a:spLocks/>
          </p:cNvSpPr>
          <p:nvPr/>
        </p:nvSpPr>
        <p:spPr>
          <a:xfrm>
            <a:off x="1504947" y="-17491"/>
            <a:ext cx="10687051" cy="10298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                </a:t>
            </a:r>
            <a:endParaRPr lang="en-IN" sz="3200" dirty="0">
              <a:solidFill>
                <a:schemeClr val="bg1"/>
              </a:solidFill>
              <a:latin typeface=" 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383C6E-61D4-B98A-BD97-4FD7B4CDC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230" y="1408233"/>
            <a:ext cx="9568551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95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A University - Wikipedia">
            <a:extLst>
              <a:ext uri="{FF2B5EF4-FFF2-40B4-BE49-F238E27FC236}">
                <a16:creationId xmlns:a16="http://schemas.microsoft.com/office/drawing/2014/main" id="{A4B2FE11-D7B7-0031-51CE-2D2E475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30354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B7F2568-1F55-7AE0-24FA-E8DDEE0CD38C}"/>
              </a:ext>
            </a:extLst>
          </p:cNvPr>
          <p:cNvSpPr txBox="1">
            <a:spLocks/>
          </p:cNvSpPr>
          <p:nvPr/>
        </p:nvSpPr>
        <p:spPr>
          <a:xfrm>
            <a:off x="1504947" y="-17491"/>
            <a:ext cx="10687051" cy="10298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                                      </a:t>
            </a:r>
            <a:endParaRPr lang="en-IN" sz="3200" dirty="0">
              <a:solidFill>
                <a:schemeClr val="bg1"/>
              </a:solidFill>
              <a:latin typeface=" 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C217EF-8016-F3B5-8915-DEC6860F7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932" y="1126758"/>
            <a:ext cx="9620865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216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A University - Wikipedia">
            <a:extLst>
              <a:ext uri="{FF2B5EF4-FFF2-40B4-BE49-F238E27FC236}">
                <a16:creationId xmlns:a16="http://schemas.microsoft.com/office/drawing/2014/main" id="{A4B2FE11-D7B7-0031-51CE-2D2E475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30354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B7F2568-1F55-7AE0-24FA-E8DDEE0CD38C}"/>
              </a:ext>
            </a:extLst>
          </p:cNvPr>
          <p:cNvSpPr txBox="1">
            <a:spLocks/>
          </p:cNvSpPr>
          <p:nvPr/>
        </p:nvSpPr>
        <p:spPr>
          <a:xfrm>
            <a:off x="1504947" y="-17491"/>
            <a:ext cx="10687051" cy="10298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                                    </a:t>
            </a:r>
            <a:endParaRPr lang="en-IN" sz="3200" dirty="0">
              <a:solidFill>
                <a:schemeClr val="bg1"/>
              </a:solidFill>
              <a:latin typeface=" 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831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877</Words>
  <Application>Microsoft Office PowerPoint</Application>
  <PresentationFormat>Widescreen</PresentationFormat>
  <Paragraphs>76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 times new roman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Sonal Singh</dc:creator>
  <cp:lastModifiedBy>Sonal Singh</cp:lastModifiedBy>
  <cp:revision>3</cp:revision>
  <dcterms:created xsi:type="dcterms:W3CDTF">2024-07-19T06:41:36Z</dcterms:created>
  <dcterms:modified xsi:type="dcterms:W3CDTF">2024-08-20T09:53:33Z</dcterms:modified>
</cp:coreProperties>
</file>