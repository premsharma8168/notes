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98" r:id="rId2"/>
    <p:sldId id="277" r:id="rId3"/>
    <p:sldId id="313" r:id="rId4"/>
    <p:sldId id="326" r:id="rId5"/>
    <p:sldId id="328" r:id="rId6"/>
    <p:sldId id="329" r:id="rId7"/>
    <p:sldId id="330" r:id="rId8"/>
    <p:sldId id="331" r:id="rId9"/>
    <p:sldId id="332" r:id="rId10"/>
    <p:sldId id="333" r:id="rId11"/>
    <p:sldId id="334" r:id="rId12"/>
    <p:sldId id="335" r:id="rId13"/>
    <p:sldId id="341" r:id="rId14"/>
    <p:sldId id="342" r:id="rId15"/>
    <p:sldId id="343" r:id="rId16"/>
    <p:sldId id="347" r:id="rId17"/>
    <p:sldId id="346" r:id="rId18"/>
    <p:sldId id="345" r:id="rId19"/>
    <p:sldId id="344" r:id="rId20"/>
    <p:sldId id="266"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89EC8C-9031-41AC-A0D6-9E6D86BB141F}" v="292" dt="2024-09-09T17:43:51.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Govil" userId="a9719a31b8046b64" providerId="LiveId" clId="{A989EC8C-9031-41AC-A0D6-9E6D86BB141F}"/>
    <pc:docChg chg="undo custSel addSld delSld modSld">
      <pc:chgData name="Nikhil Govil" userId="a9719a31b8046b64" providerId="LiveId" clId="{A989EC8C-9031-41AC-A0D6-9E6D86BB141F}" dt="2024-09-09T17:43:51.256" v="418" actId="20577"/>
      <pc:docMkLst>
        <pc:docMk/>
      </pc:docMkLst>
      <pc:sldChg chg="del">
        <pc:chgData name="Nikhil Govil" userId="a9719a31b8046b64" providerId="LiveId" clId="{A989EC8C-9031-41AC-A0D6-9E6D86BB141F}" dt="2024-09-09T17:14:44.132" v="42" actId="47"/>
        <pc:sldMkLst>
          <pc:docMk/>
          <pc:sldMk cId="2864408307" sldId="256"/>
        </pc:sldMkLst>
      </pc:sldChg>
      <pc:sldChg chg="del">
        <pc:chgData name="Nikhil Govil" userId="a9719a31b8046b64" providerId="LiveId" clId="{A989EC8C-9031-41AC-A0D6-9E6D86BB141F}" dt="2024-09-09T17:13:41.902" v="15" actId="47"/>
        <pc:sldMkLst>
          <pc:docMk/>
          <pc:sldMk cId="1543913536" sldId="258"/>
        </pc:sldMkLst>
      </pc:sldChg>
      <pc:sldChg chg="add">
        <pc:chgData name="Nikhil Govil" userId="a9719a31b8046b64" providerId="LiveId" clId="{A989EC8C-9031-41AC-A0D6-9E6D86BB141F}" dt="2024-09-09T17:39:12.272" v="337"/>
        <pc:sldMkLst>
          <pc:docMk/>
          <pc:sldMk cId="14049361" sldId="266"/>
        </pc:sldMkLst>
      </pc:sldChg>
      <pc:sldChg chg="addSp delSp modSp del mod modAnim">
        <pc:chgData name="Nikhil Govil" userId="a9719a31b8046b64" providerId="LiveId" clId="{A989EC8C-9031-41AC-A0D6-9E6D86BB141F}" dt="2024-09-09T17:39:10.024" v="336" actId="2696"/>
        <pc:sldMkLst>
          <pc:docMk/>
          <pc:sldMk cId="3812273503" sldId="266"/>
        </pc:sldMkLst>
        <pc:spChg chg="mod">
          <ac:chgData name="Nikhil Govil" userId="a9719a31b8046b64" providerId="LiveId" clId="{A989EC8C-9031-41AC-A0D6-9E6D86BB141F}" dt="2024-09-09T17:13:22.905" v="12" actId="27636"/>
          <ac:spMkLst>
            <pc:docMk/>
            <pc:sldMk cId="3812273503" sldId="266"/>
            <ac:spMk id="3" creationId="{00000000-0000-0000-0000-000000000000}"/>
          </ac:spMkLst>
        </pc:spChg>
        <pc:picChg chg="del">
          <ac:chgData name="Nikhil Govil" userId="a9719a31b8046b64" providerId="LiveId" clId="{A989EC8C-9031-41AC-A0D6-9E6D86BB141F}" dt="2024-09-09T17:15:14.242" v="58" actId="478"/>
          <ac:picMkLst>
            <pc:docMk/>
            <pc:sldMk cId="3812273503" sldId="266"/>
            <ac:picMk id="4" creationId="{00000000-0000-0000-0000-000000000000}"/>
          </ac:picMkLst>
        </pc:picChg>
        <pc:picChg chg="add mod">
          <ac:chgData name="Nikhil Govil" userId="a9719a31b8046b64" providerId="LiveId" clId="{A989EC8C-9031-41AC-A0D6-9E6D86BB141F}" dt="2024-09-09T17:15:42.653" v="74"/>
          <ac:picMkLst>
            <pc:docMk/>
            <pc:sldMk cId="3812273503" sldId="266"/>
            <ac:picMk id="5" creationId="{B4A466C0-8F23-4B22-EBC9-6D6DA1F4F3FF}"/>
          </ac:picMkLst>
        </pc:picChg>
      </pc:sldChg>
      <pc:sldChg chg="addSp delSp modSp mod modAnim">
        <pc:chgData name="Nikhil Govil" userId="a9719a31b8046b64" providerId="LiveId" clId="{A989EC8C-9031-41AC-A0D6-9E6D86BB141F}" dt="2024-09-09T17:19:27.777" v="113" actId="20577"/>
        <pc:sldMkLst>
          <pc:docMk/>
          <pc:sldMk cId="2321678347" sldId="277"/>
        </pc:sldMkLst>
        <pc:spChg chg="mod">
          <ac:chgData name="Nikhil Govil" userId="a9719a31b8046b64" providerId="LiveId" clId="{A989EC8C-9031-41AC-A0D6-9E6D86BB141F}" dt="2024-09-09T17:19:27.777" v="113" actId="20577"/>
          <ac:spMkLst>
            <pc:docMk/>
            <pc:sldMk cId="2321678347" sldId="277"/>
            <ac:spMk id="5" creationId="{00000000-0000-0000-0000-000000000000}"/>
          </ac:spMkLst>
        </pc:spChg>
        <pc:picChg chg="add mod">
          <ac:chgData name="Nikhil Govil" userId="a9719a31b8046b64" providerId="LiveId" clId="{A989EC8C-9031-41AC-A0D6-9E6D86BB141F}" dt="2024-09-09T17:12:50.162" v="2"/>
          <ac:picMkLst>
            <pc:docMk/>
            <pc:sldMk cId="2321678347" sldId="277"/>
            <ac:picMk id="3" creationId="{1DF6BE6D-34F9-BFFA-FA93-00D86C175560}"/>
          </ac:picMkLst>
        </pc:picChg>
        <pc:picChg chg="del">
          <ac:chgData name="Nikhil Govil" userId="a9719a31b8046b64" providerId="LiveId" clId="{A989EC8C-9031-41AC-A0D6-9E6D86BB141F}" dt="2024-09-09T17:12:39.880" v="1" actId="478"/>
          <ac:picMkLst>
            <pc:docMk/>
            <pc:sldMk cId="2321678347" sldId="277"/>
            <ac:picMk id="4" creationId="{00000000-0000-0000-0000-000000000000}"/>
          </ac:picMkLst>
        </pc:picChg>
      </pc:sldChg>
      <pc:sldChg chg="add">
        <pc:chgData name="Nikhil Govil" userId="a9719a31b8046b64" providerId="LiveId" clId="{A989EC8C-9031-41AC-A0D6-9E6D86BB141F}" dt="2024-09-09T17:13:05.893" v="3"/>
        <pc:sldMkLst>
          <pc:docMk/>
          <pc:sldMk cId="1148068223" sldId="279"/>
        </pc:sldMkLst>
      </pc:sldChg>
      <pc:sldChg chg="addSp delSp modSp add mod">
        <pc:chgData name="Nikhil Govil" userId="a9719a31b8046b64" providerId="LiveId" clId="{A989EC8C-9031-41AC-A0D6-9E6D86BB141F}" dt="2024-09-09T17:14:31.965" v="41" actId="1076"/>
        <pc:sldMkLst>
          <pc:docMk/>
          <pc:sldMk cId="1681087341" sldId="298"/>
        </pc:sldMkLst>
        <pc:spChg chg="mod">
          <ac:chgData name="Nikhil Govil" userId="a9719a31b8046b64" providerId="LiveId" clId="{A989EC8C-9031-41AC-A0D6-9E6D86BB141F}" dt="2024-09-09T17:13:57.783" v="31" actId="20577"/>
          <ac:spMkLst>
            <pc:docMk/>
            <pc:sldMk cId="1681087341" sldId="298"/>
            <ac:spMk id="3" creationId="{00000000-0000-0000-0000-000000000000}"/>
          </ac:spMkLst>
        </pc:spChg>
        <pc:picChg chg="add mod">
          <ac:chgData name="Nikhil Govil" userId="a9719a31b8046b64" providerId="LiveId" clId="{A989EC8C-9031-41AC-A0D6-9E6D86BB141F}" dt="2024-09-09T17:14:31.965" v="41" actId="1076"/>
          <ac:picMkLst>
            <pc:docMk/>
            <pc:sldMk cId="1681087341" sldId="298"/>
            <ac:picMk id="2" creationId="{B159005D-41A8-450D-0208-F08AB5422C5E}"/>
          </ac:picMkLst>
        </pc:picChg>
        <pc:picChg chg="del">
          <ac:chgData name="Nikhil Govil" userId="a9719a31b8046b64" providerId="LiveId" clId="{A989EC8C-9031-41AC-A0D6-9E6D86BB141F}" dt="2024-09-09T17:14:05.292" v="33" actId="478"/>
          <ac:picMkLst>
            <pc:docMk/>
            <pc:sldMk cId="1681087341" sldId="298"/>
            <ac:picMk id="4" creationId="{37A4FA7A-0F83-FF97-3C53-36C1995A9D21}"/>
          </ac:picMkLst>
        </pc:picChg>
        <pc:picChg chg="del">
          <ac:chgData name="Nikhil Govil" userId="a9719a31b8046b64" providerId="LiveId" clId="{A989EC8C-9031-41AC-A0D6-9E6D86BB141F}" dt="2024-09-09T17:14:07.102" v="34" actId="478"/>
          <ac:picMkLst>
            <pc:docMk/>
            <pc:sldMk cId="1681087341" sldId="298"/>
            <ac:picMk id="5" creationId="{F39C6548-B264-491C-CEC7-44AFE09D2163}"/>
          </ac:picMkLst>
        </pc:picChg>
        <pc:picChg chg="del">
          <ac:chgData name="Nikhil Govil" userId="a9719a31b8046b64" providerId="LiveId" clId="{A989EC8C-9031-41AC-A0D6-9E6D86BB141F}" dt="2024-09-09T17:14:07.612" v="35" actId="478"/>
          <ac:picMkLst>
            <pc:docMk/>
            <pc:sldMk cId="1681087341" sldId="298"/>
            <ac:picMk id="9" creationId="{3EC65FBB-36DB-D653-A80D-641797E0DA63}"/>
          </ac:picMkLst>
        </pc:picChg>
      </pc:sldChg>
      <pc:sldChg chg="addSp delSp modSp mod modAnim">
        <pc:chgData name="Nikhil Govil" userId="a9719a31b8046b64" providerId="LiveId" clId="{A989EC8C-9031-41AC-A0D6-9E6D86BB141F}" dt="2024-09-09T17:21:58.360" v="212" actId="1076"/>
        <pc:sldMkLst>
          <pc:docMk/>
          <pc:sldMk cId="927957462" sldId="313"/>
        </pc:sldMkLst>
        <pc:spChg chg="mod">
          <ac:chgData name="Nikhil Govil" userId="a9719a31b8046b64" providerId="LiveId" clId="{A989EC8C-9031-41AC-A0D6-9E6D86BB141F}" dt="2024-09-09T17:21:58.360" v="212" actId="1076"/>
          <ac:spMkLst>
            <pc:docMk/>
            <pc:sldMk cId="927957462" sldId="313"/>
            <ac:spMk id="5" creationId="{00000000-0000-0000-0000-000000000000}"/>
          </ac:spMkLst>
        </pc:spChg>
        <pc:picChg chg="add mod">
          <ac:chgData name="Nikhil Govil" userId="a9719a31b8046b64" providerId="LiveId" clId="{A989EC8C-9031-41AC-A0D6-9E6D86BB141F}" dt="2024-09-09T17:15:20.759" v="59"/>
          <ac:picMkLst>
            <pc:docMk/>
            <pc:sldMk cId="927957462" sldId="313"/>
            <ac:picMk id="3" creationId="{EF85A066-FE66-925B-CE04-0769F17C92DE}"/>
          </ac:picMkLst>
        </pc:picChg>
        <pc:picChg chg="del">
          <ac:chgData name="Nikhil Govil" userId="a9719a31b8046b64" providerId="LiveId" clId="{A989EC8C-9031-41AC-A0D6-9E6D86BB141F}" dt="2024-09-09T17:14:46.864" v="43" actId="478"/>
          <ac:picMkLst>
            <pc:docMk/>
            <pc:sldMk cId="927957462" sldId="313"/>
            <ac:picMk id="4" creationId="{00000000-0000-0000-0000-000000000000}"/>
          </ac:picMkLst>
        </pc:picChg>
      </pc:sldChg>
      <pc:sldChg chg="addSp delSp modSp mod modAnim">
        <pc:chgData name="Nikhil Govil" userId="a9719a31b8046b64" providerId="LiveId" clId="{A989EC8C-9031-41AC-A0D6-9E6D86BB141F}" dt="2024-09-09T17:31:34.833" v="293"/>
        <pc:sldMkLst>
          <pc:docMk/>
          <pc:sldMk cId="3407443707" sldId="326"/>
        </pc:sldMkLst>
        <pc:spChg chg="mod">
          <ac:chgData name="Nikhil Govil" userId="a9719a31b8046b64" providerId="LiveId" clId="{A989EC8C-9031-41AC-A0D6-9E6D86BB141F}" dt="2024-09-09T17:31:06.659" v="291" actId="27636"/>
          <ac:spMkLst>
            <pc:docMk/>
            <pc:sldMk cId="3407443707" sldId="326"/>
            <ac:spMk id="5" creationId="{00000000-0000-0000-0000-000000000000}"/>
          </ac:spMkLst>
        </pc:spChg>
        <pc:picChg chg="add mod">
          <ac:chgData name="Nikhil Govil" userId="a9719a31b8046b64" providerId="LiveId" clId="{A989EC8C-9031-41AC-A0D6-9E6D86BB141F}" dt="2024-09-09T17:15:22.190" v="60"/>
          <ac:picMkLst>
            <pc:docMk/>
            <pc:sldMk cId="3407443707" sldId="326"/>
            <ac:picMk id="3" creationId="{CB060F81-15D9-5240-1BB3-A93565D9D5C8}"/>
          </ac:picMkLst>
        </pc:picChg>
        <pc:picChg chg="del">
          <ac:chgData name="Nikhil Govil" userId="a9719a31b8046b64" providerId="LiveId" clId="{A989EC8C-9031-41AC-A0D6-9E6D86BB141F}" dt="2024-09-09T17:14:48.598" v="44" actId="478"/>
          <ac:picMkLst>
            <pc:docMk/>
            <pc:sldMk cId="3407443707" sldId="326"/>
            <ac:picMk id="4" creationId="{00000000-0000-0000-0000-000000000000}"/>
          </ac:picMkLst>
        </pc:picChg>
      </pc:sldChg>
      <pc:sldChg chg="addSp delSp modSp mod">
        <pc:chgData name="Nikhil Govil" userId="a9719a31b8046b64" providerId="LiveId" clId="{A989EC8C-9031-41AC-A0D6-9E6D86BB141F}" dt="2024-09-09T17:32:46.688" v="298" actId="6549"/>
        <pc:sldMkLst>
          <pc:docMk/>
          <pc:sldMk cId="3442931411" sldId="328"/>
        </pc:sldMkLst>
        <pc:spChg chg="mod">
          <ac:chgData name="Nikhil Govil" userId="a9719a31b8046b64" providerId="LiveId" clId="{A989EC8C-9031-41AC-A0D6-9E6D86BB141F}" dt="2024-09-09T17:32:46.688" v="298" actId="6549"/>
          <ac:spMkLst>
            <pc:docMk/>
            <pc:sldMk cId="3442931411" sldId="328"/>
            <ac:spMk id="5" creationId="{00000000-0000-0000-0000-000000000000}"/>
          </ac:spMkLst>
        </pc:spChg>
        <pc:picChg chg="add mod">
          <ac:chgData name="Nikhil Govil" userId="a9719a31b8046b64" providerId="LiveId" clId="{A989EC8C-9031-41AC-A0D6-9E6D86BB141F}" dt="2024-09-09T17:15:23.343" v="61"/>
          <ac:picMkLst>
            <pc:docMk/>
            <pc:sldMk cId="3442931411" sldId="328"/>
            <ac:picMk id="3" creationId="{808DDDDD-59B3-903B-F14B-90F58A8CF563}"/>
          </ac:picMkLst>
        </pc:picChg>
        <pc:picChg chg="del">
          <ac:chgData name="Nikhil Govil" userId="a9719a31b8046b64" providerId="LiveId" clId="{A989EC8C-9031-41AC-A0D6-9E6D86BB141F}" dt="2024-09-09T17:14:50.035" v="45" actId="478"/>
          <ac:picMkLst>
            <pc:docMk/>
            <pc:sldMk cId="3442931411" sldId="328"/>
            <ac:picMk id="4" creationId="{00000000-0000-0000-0000-000000000000}"/>
          </ac:picMkLst>
        </pc:picChg>
      </pc:sldChg>
      <pc:sldChg chg="addSp delSp modSp mod">
        <pc:chgData name="Nikhil Govil" userId="a9719a31b8046b64" providerId="LiveId" clId="{A989EC8C-9031-41AC-A0D6-9E6D86BB141F}" dt="2024-09-09T17:15:25.695" v="62"/>
        <pc:sldMkLst>
          <pc:docMk/>
          <pc:sldMk cId="713445498" sldId="329"/>
        </pc:sldMkLst>
        <pc:picChg chg="add mod">
          <ac:chgData name="Nikhil Govil" userId="a9719a31b8046b64" providerId="LiveId" clId="{A989EC8C-9031-41AC-A0D6-9E6D86BB141F}" dt="2024-09-09T17:15:25.695" v="62"/>
          <ac:picMkLst>
            <pc:docMk/>
            <pc:sldMk cId="713445498" sldId="329"/>
            <ac:picMk id="3" creationId="{75A95677-6002-542E-075B-1FCA826B1D02}"/>
          </ac:picMkLst>
        </pc:picChg>
        <pc:picChg chg="del">
          <ac:chgData name="Nikhil Govil" userId="a9719a31b8046b64" providerId="LiveId" clId="{A989EC8C-9031-41AC-A0D6-9E6D86BB141F}" dt="2024-09-09T17:14:52.941" v="46" actId="478"/>
          <ac:picMkLst>
            <pc:docMk/>
            <pc:sldMk cId="713445498" sldId="329"/>
            <ac:picMk id="4" creationId="{00000000-0000-0000-0000-000000000000}"/>
          </ac:picMkLst>
        </pc:picChg>
      </pc:sldChg>
      <pc:sldChg chg="addSp delSp modSp mod">
        <pc:chgData name="Nikhil Govil" userId="a9719a31b8046b64" providerId="LiveId" clId="{A989EC8C-9031-41AC-A0D6-9E6D86BB141F}" dt="2024-09-09T17:15:26.826" v="63"/>
        <pc:sldMkLst>
          <pc:docMk/>
          <pc:sldMk cId="793893452" sldId="330"/>
        </pc:sldMkLst>
        <pc:picChg chg="add mod">
          <ac:chgData name="Nikhil Govil" userId="a9719a31b8046b64" providerId="LiveId" clId="{A989EC8C-9031-41AC-A0D6-9E6D86BB141F}" dt="2024-09-09T17:15:26.826" v="63"/>
          <ac:picMkLst>
            <pc:docMk/>
            <pc:sldMk cId="793893452" sldId="330"/>
            <ac:picMk id="3" creationId="{A47EBAF4-94BF-B8DD-B882-55E8EFE3B796}"/>
          </ac:picMkLst>
        </pc:picChg>
        <pc:picChg chg="del">
          <ac:chgData name="Nikhil Govil" userId="a9719a31b8046b64" providerId="LiveId" clId="{A989EC8C-9031-41AC-A0D6-9E6D86BB141F}" dt="2024-09-09T17:14:54.444" v="47" actId="478"/>
          <ac:picMkLst>
            <pc:docMk/>
            <pc:sldMk cId="793893452" sldId="330"/>
            <ac:picMk id="4" creationId="{00000000-0000-0000-0000-000000000000}"/>
          </ac:picMkLst>
        </pc:picChg>
      </pc:sldChg>
      <pc:sldChg chg="addSp delSp modSp mod">
        <pc:chgData name="Nikhil Govil" userId="a9719a31b8046b64" providerId="LiveId" clId="{A989EC8C-9031-41AC-A0D6-9E6D86BB141F}" dt="2024-09-09T17:15:28.692" v="64"/>
        <pc:sldMkLst>
          <pc:docMk/>
          <pc:sldMk cId="901170087" sldId="331"/>
        </pc:sldMkLst>
        <pc:picChg chg="add mod">
          <ac:chgData name="Nikhil Govil" userId="a9719a31b8046b64" providerId="LiveId" clId="{A989EC8C-9031-41AC-A0D6-9E6D86BB141F}" dt="2024-09-09T17:15:28.692" v="64"/>
          <ac:picMkLst>
            <pc:docMk/>
            <pc:sldMk cId="901170087" sldId="331"/>
            <ac:picMk id="3" creationId="{F89E0C72-1296-6CAD-7712-198C990CA734}"/>
          </ac:picMkLst>
        </pc:picChg>
        <pc:picChg chg="del">
          <ac:chgData name="Nikhil Govil" userId="a9719a31b8046b64" providerId="LiveId" clId="{A989EC8C-9031-41AC-A0D6-9E6D86BB141F}" dt="2024-09-09T17:14:55.987" v="48" actId="478"/>
          <ac:picMkLst>
            <pc:docMk/>
            <pc:sldMk cId="901170087" sldId="331"/>
            <ac:picMk id="4" creationId="{00000000-0000-0000-0000-000000000000}"/>
          </ac:picMkLst>
        </pc:picChg>
      </pc:sldChg>
      <pc:sldChg chg="addSp delSp modSp mod">
        <pc:chgData name="Nikhil Govil" userId="a9719a31b8046b64" providerId="LiveId" clId="{A989EC8C-9031-41AC-A0D6-9E6D86BB141F}" dt="2024-09-09T17:34:18.991" v="299" actId="20577"/>
        <pc:sldMkLst>
          <pc:docMk/>
          <pc:sldMk cId="1800423239" sldId="332"/>
        </pc:sldMkLst>
        <pc:spChg chg="mod">
          <ac:chgData name="Nikhil Govil" userId="a9719a31b8046b64" providerId="LiveId" clId="{A989EC8C-9031-41AC-A0D6-9E6D86BB141F}" dt="2024-09-09T17:34:18.991" v="299" actId="20577"/>
          <ac:spMkLst>
            <pc:docMk/>
            <pc:sldMk cId="1800423239" sldId="332"/>
            <ac:spMk id="5" creationId="{00000000-0000-0000-0000-000000000000}"/>
          </ac:spMkLst>
        </pc:spChg>
        <pc:picChg chg="add mod">
          <ac:chgData name="Nikhil Govil" userId="a9719a31b8046b64" providerId="LiveId" clId="{A989EC8C-9031-41AC-A0D6-9E6D86BB141F}" dt="2024-09-09T17:15:29.731" v="65"/>
          <ac:picMkLst>
            <pc:docMk/>
            <pc:sldMk cId="1800423239" sldId="332"/>
            <ac:picMk id="3" creationId="{1A3CBDA9-BA7A-3D1B-2C12-8818A543424D}"/>
          </ac:picMkLst>
        </pc:picChg>
        <pc:picChg chg="del">
          <ac:chgData name="Nikhil Govil" userId="a9719a31b8046b64" providerId="LiveId" clId="{A989EC8C-9031-41AC-A0D6-9E6D86BB141F}" dt="2024-09-09T17:14:57.506" v="49" actId="478"/>
          <ac:picMkLst>
            <pc:docMk/>
            <pc:sldMk cId="1800423239" sldId="332"/>
            <ac:picMk id="4" creationId="{00000000-0000-0000-0000-000000000000}"/>
          </ac:picMkLst>
        </pc:picChg>
      </pc:sldChg>
      <pc:sldChg chg="addSp delSp modSp mod">
        <pc:chgData name="Nikhil Govil" userId="a9719a31b8046b64" providerId="LiveId" clId="{A989EC8C-9031-41AC-A0D6-9E6D86BB141F}" dt="2024-09-09T17:34:44.666" v="301" actId="1076"/>
        <pc:sldMkLst>
          <pc:docMk/>
          <pc:sldMk cId="1055869343" sldId="333"/>
        </pc:sldMkLst>
        <pc:picChg chg="add mod">
          <ac:chgData name="Nikhil Govil" userId="a9719a31b8046b64" providerId="LiveId" clId="{A989EC8C-9031-41AC-A0D6-9E6D86BB141F}" dt="2024-09-09T17:15:30.897" v="66"/>
          <ac:picMkLst>
            <pc:docMk/>
            <pc:sldMk cId="1055869343" sldId="333"/>
            <ac:picMk id="3" creationId="{A98F494F-2F32-B61A-AD6D-817F732FBCE7}"/>
          </ac:picMkLst>
        </pc:picChg>
        <pc:picChg chg="del">
          <ac:chgData name="Nikhil Govil" userId="a9719a31b8046b64" providerId="LiveId" clId="{A989EC8C-9031-41AC-A0D6-9E6D86BB141F}" dt="2024-09-09T17:15:00.185" v="50" actId="478"/>
          <ac:picMkLst>
            <pc:docMk/>
            <pc:sldMk cId="1055869343" sldId="333"/>
            <ac:picMk id="4" creationId="{00000000-0000-0000-0000-000000000000}"/>
          </ac:picMkLst>
        </pc:picChg>
        <pc:picChg chg="mod">
          <ac:chgData name="Nikhil Govil" userId="a9719a31b8046b64" providerId="LiveId" clId="{A989EC8C-9031-41AC-A0D6-9E6D86BB141F}" dt="2024-09-09T17:34:44.666" v="301" actId="1076"/>
          <ac:picMkLst>
            <pc:docMk/>
            <pc:sldMk cId="1055869343" sldId="333"/>
            <ac:picMk id="6" creationId="{00000000-0000-0000-0000-000000000000}"/>
          </ac:picMkLst>
        </pc:picChg>
      </pc:sldChg>
      <pc:sldChg chg="addSp delSp modSp mod modAnim">
        <pc:chgData name="Nikhil Govil" userId="a9719a31b8046b64" providerId="LiveId" clId="{A989EC8C-9031-41AC-A0D6-9E6D86BB141F}" dt="2024-09-09T17:30:25.357" v="288" actId="1076"/>
        <pc:sldMkLst>
          <pc:docMk/>
          <pc:sldMk cId="3913414126" sldId="334"/>
        </pc:sldMkLst>
        <pc:spChg chg="mod">
          <ac:chgData name="Nikhil Govil" userId="a9719a31b8046b64" providerId="LiveId" clId="{A989EC8C-9031-41AC-A0D6-9E6D86BB141F}" dt="2024-09-09T17:30:25.357" v="288" actId="1076"/>
          <ac:spMkLst>
            <pc:docMk/>
            <pc:sldMk cId="3913414126" sldId="334"/>
            <ac:spMk id="5" creationId="{00000000-0000-0000-0000-000000000000}"/>
          </ac:spMkLst>
        </pc:spChg>
        <pc:picChg chg="add mod">
          <ac:chgData name="Nikhil Govil" userId="a9719a31b8046b64" providerId="LiveId" clId="{A989EC8C-9031-41AC-A0D6-9E6D86BB141F}" dt="2024-09-09T17:15:32.287" v="67"/>
          <ac:picMkLst>
            <pc:docMk/>
            <pc:sldMk cId="3913414126" sldId="334"/>
            <ac:picMk id="3" creationId="{52F0374F-2C4B-DB3B-7ADE-24420CCA6A17}"/>
          </ac:picMkLst>
        </pc:picChg>
        <pc:picChg chg="del">
          <ac:chgData name="Nikhil Govil" userId="a9719a31b8046b64" providerId="LiveId" clId="{A989EC8C-9031-41AC-A0D6-9E6D86BB141F}" dt="2024-09-09T17:15:01.513" v="51" actId="478"/>
          <ac:picMkLst>
            <pc:docMk/>
            <pc:sldMk cId="3913414126" sldId="334"/>
            <ac:picMk id="4" creationId="{00000000-0000-0000-0000-000000000000}"/>
          </ac:picMkLst>
        </pc:picChg>
      </pc:sldChg>
      <pc:sldChg chg="addSp delSp modSp mod">
        <pc:chgData name="Nikhil Govil" userId="a9719a31b8046b64" providerId="LiveId" clId="{A989EC8C-9031-41AC-A0D6-9E6D86BB141F}" dt="2024-09-09T17:15:33.711" v="68"/>
        <pc:sldMkLst>
          <pc:docMk/>
          <pc:sldMk cId="751793309" sldId="335"/>
        </pc:sldMkLst>
        <pc:picChg chg="add mod">
          <ac:chgData name="Nikhil Govil" userId="a9719a31b8046b64" providerId="LiveId" clId="{A989EC8C-9031-41AC-A0D6-9E6D86BB141F}" dt="2024-09-09T17:15:33.711" v="68"/>
          <ac:picMkLst>
            <pc:docMk/>
            <pc:sldMk cId="751793309" sldId="335"/>
            <ac:picMk id="3" creationId="{7BAD9EC5-2CDA-7F1B-D644-414525BBD8F0}"/>
          </ac:picMkLst>
        </pc:picChg>
        <pc:picChg chg="del">
          <ac:chgData name="Nikhil Govil" userId="a9719a31b8046b64" providerId="LiveId" clId="{A989EC8C-9031-41AC-A0D6-9E6D86BB141F}" dt="2024-09-09T17:15:02.972" v="52" actId="478"/>
          <ac:picMkLst>
            <pc:docMk/>
            <pc:sldMk cId="751793309" sldId="335"/>
            <ac:picMk id="4" creationId="{00000000-0000-0000-0000-000000000000}"/>
          </ac:picMkLst>
        </pc:picChg>
      </pc:sldChg>
      <pc:sldChg chg="addSp delSp modSp del mod">
        <pc:chgData name="Nikhil Govil" userId="a9719a31b8046b64" providerId="LiveId" clId="{A989EC8C-9031-41AC-A0D6-9E6D86BB141F}" dt="2024-09-09T17:26:57.470" v="282" actId="47"/>
        <pc:sldMkLst>
          <pc:docMk/>
          <pc:sldMk cId="604879813" sldId="336"/>
        </pc:sldMkLst>
        <pc:picChg chg="add mod">
          <ac:chgData name="Nikhil Govil" userId="a9719a31b8046b64" providerId="LiveId" clId="{A989EC8C-9031-41AC-A0D6-9E6D86BB141F}" dt="2024-09-09T17:15:35.126" v="69"/>
          <ac:picMkLst>
            <pc:docMk/>
            <pc:sldMk cId="604879813" sldId="336"/>
            <ac:picMk id="3" creationId="{593F06C0-1255-C8F6-EDB2-84C7B315631C}"/>
          </ac:picMkLst>
        </pc:picChg>
        <pc:picChg chg="del">
          <ac:chgData name="Nikhil Govil" userId="a9719a31b8046b64" providerId="LiveId" clId="{A989EC8C-9031-41AC-A0D6-9E6D86BB141F}" dt="2024-09-09T17:15:05.102" v="53" actId="478"/>
          <ac:picMkLst>
            <pc:docMk/>
            <pc:sldMk cId="604879813" sldId="336"/>
            <ac:picMk id="4" creationId="{00000000-0000-0000-0000-000000000000}"/>
          </ac:picMkLst>
        </pc:picChg>
      </pc:sldChg>
      <pc:sldChg chg="addSp delSp modSp add del mod">
        <pc:chgData name="Nikhil Govil" userId="a9719a31b8046b64" providerId="LiveId" clId="{A989EC8C-9031-41AC-A0D6-9E6D86BB141F}" dt="2024-09-09T17:26:57.470" v="282" actId="47"/>
        <pc:sldMkLst>
          <pc:docMk/>
          <pc:sldMk cId="3478751430" sldId="337"/>
        </pc:sldMkLst>
        <pc:picChg chg="add mod">
          <ac:chgData name="Nikhil Govil" userId="a9719a31b8046b64" providerId="LiveId" clId="{A989EC8C-9031-41AC-A0D6-9E6D86BB141F}" dt="2024-09-09T17:15:36.682" v="70"/>
          <ac:picMkLst>
            <pc:docMk/>
            <pc:sldMk cId="3478751430" sldId="337"/>
            <ac:picMk id="2" creationId="{662BC5EC-E680-4A83-0711-D3B20135D49B}"/>
          </ac:picMkLst>
        </pc:picChg>
        <pc:picChg chg="del">
          <ac:chgData name="Nikhil Govil" userId="a9719a31b8046b64" providerId="LiveId" clId="{A989EC8C-9031-41AC-A0D6-9E6D86BB141F}" dt="2024-09-09T17:15:06.881" v="54" actId="478"/>
          <ac:picMkLst>
            <pc:docMk/>
            <pc:sldMk cId="3478751430" sldId="337"/>
            <ac:picMk id="4" creationId="{00000000-0000-0000-0000-000000000000}"/>
          </ac:picMkLst>
        </pc:picChg>
      </pc:sldChg>
      <pc:sldChg chg="del">
        <pc:chgData name="Nikhil Govil" userId="a9719a31b8046b64" providerId="LiveId" clId="{A989EC8C-9031-41AC-A0D6-9E6D86BB141F}" dt="2024-09-09T17:30:37.248" v="289" actId="47"/>
        <pc:sldMkLst>
          <pc:docMk/>
          <pc:sldMk cId="4206082411" sldId="338"/>
        </pc:sldMkLst>
      </pc:sldChg>
      <pc:sldChg chg="addSp delSp modSp del mod">
        <pc:chgData name="Nikhil Govil" userId="a9719a31b8046b64" providerId="LiveId" clId="{A989EC8C-9031-41AC-A0D6-9E6D86BB141F}" dt="2024-09-09T17:30:37.248" v="289" actId="47"/>
        <pc:sldMkLst>
          <pc:docMk/>
          <pc:sldMk cId="18658694" sldId="340"/>
        </pc:sldMkLst>
        <pc:picChg chg="add mod">
          <ac:chgData name="Nikhil Govil" userId="a9719a31b8046b64" providerId="LiveId" clId="{A989EC8C-9031-41AC-A0D6-9E6D86BB141F}" dt="2024-09-09T17:15:38.046" v="71"/>
          <ac:picMkLst>
            <pc:docMk/>
            <pc:sldMk cId="18658694" sldId="340"/>
            <ac:picMk id="3" creationId="{930D9777-69A2-3491-002C-E2A143EA7BBD}"/>
          </ac:picMkLst>
        </pc:picChg>
        <pc:picChg chg="del">
          <ac:chgData name="Nikhil Govil" userId="a9719a31b8046b64" providerId="LiveId" clId="{A989EC8C-9031-41AC-A0D6-9E6D86BB141F}" dt="2024-09-09T17:15:09.108" v="55" actId="478"/>
          <ac:picMkLst>
            <pc:docMk/>
            <pc:sldMk cId="18658694" sldId="340"/>
            <ac:picMk id="4" creationId="{00000000-0000-0000-0000-000000000000}"/>
          </ac:picMkLst>
        </pc:picChg>
      </pc:sldChg>
      <pc:sldChg chg="addSp delSp modSp mod">
        <pc:chgData name="Nikhil Govil" userId="a9719a31b8046b64" providerId="LiveId" clId="{A989EC8C-9031-41AC-A0D6-9E6D86BB141F}" dt="2024-09-09T17:36:46.441" v="304" actId="14100"/>
        <pc:sldMkLst>
          <pc:docMk/>
          <pc:sldMk cId="2430677874" sldId="341"/>
        </pc:sldMkLst>
        <pc:spChg chg="mod">
          <ac:chgData name="Nikhil Govil" userId="a9719a31b8046b64" providerId="LiveId" clId="{A989EC8C-9031-41AC-A0D6-9E6D86BB141F}" dt="2024-09-09T17:36:46.441" v="304" actId="14100"/>
          <ac:spMkLst>
            <pc:docMk/>
            <pc:sldMk cId="2430677874" sldId="341"/>
            <ac:spMk id="5" creationId="{00000000-0000-0000-0000-000000000000}"/>
          </ac:spMkLst>
        </pc:spChg>
        <pc:picChg chg="add mod">
          <ac:chgData name="Nikhil Govil" userId="a9719a31b8046b64" providerId="LiveId" clId="{A989EC8C-9031-41AC-A0D6-9E6D86BB141F}" dt="2024-09-09T17:15:40.834" v="73"/>
          <ac:picMkLst>
            <pc:docMk/>
            <pc:sldMk cId="2430677874" sldId="341"/>
            <ac:picMk id="3" creationId="{818067F1-ED80-B316-5AA8-9D8BE800D76F}"/>
          </ac:picMkLst>
        </pc:picChg>
        <pc:picChg chg="del">
          <ac:chgData name="Nikhil Govil" userId="a9719a31b8046b64" providerId="LiveId" clId="{A989EC8C-9031-41AC-A0D6-9E6D86BB141F}" dt="2024-09-09T17:15:10.542" v="56" actId="478"/>
          <ac:picMkLst>
            <pc:docMk/>
            <pc:sldMk cId="2430677874" sldId="341"/>
            <ac:picMk id="4" creationId="{00000000-0000-0000-0000-000000000000}"/>
          </ac:picMkLst>
        </pc:picChg>
      </pc:sldChg>
      <pc:sldChg chg="addSp delSp modSp mod">
        <pc:chgData name="Nikhil Govil" userId="a9719a31b8046b64" providerId="LiveId" clId="{A989EC8C-9031-41AC-A0D6-9E6D86BB141F}" dt="2024-09-09T17:15:39.821" v="72"/>
        <pc:sldMkLst>
          <pc:docMk/>
          <pc:sldMk cId="2378707748" sldId="342"/>
        </pc:sldMkLst>
        <pc:picChg chg="add mod">
          <ac:chgData name="Nikhil Govil" userId="a9719a31b8046b64" providerId="LiveId" clId="{A989EC8C-9031-41AC-A0D6-9E6D86BB141F}" dt="2024-09-09T17:15:39.821" v="72"/>
          <ac:picMkLst>
            <pc:docMk/>
            <pc:sldMk cId="2378707748" sldId="342"/>
            <ac:picMk id="3" creationId="{A64C2532-E8AE-593B-C3B1-516AA0347EF5}"/>
          </ac:picMkLst>
        </pc:picChg>
        <pc:picChg chg="del">
          <ac:chgData name="Nikhil Govil" userId="a9719a31b8046b64" providerId="LiveId" clId="{A989EC8C-9031-41AC-A0D6-9E6D86BB141F}" dt="2024-09-09T17:15:11.864" v="57" actId="478"/>
          <ac:picMkLst>
            <pc:docMk/>
            <pc:sldMk cId="2378707748" sldId="342"/>
            <ac:picMk id="4" creationId="{00000000-0000-0000-0000-000000000000}"/>
          </ac:picMkLst>
        </pc:picChg>
      </pc:sldChg>
      <pc:sldChg chg="addSp delSp modSp add mod modAnim">
        <pc:chgData name="Nikhil Govil" userId="a9719a31b8046b64" providerId="LiveId" clId="{A989EC8C-9031-41AC-A0D6-9E6D86BB141F}" dt="2024-09-09T17:42:07.179" v="404"/>
        <pc:sldMkLst>
          <pc:docMk/>
          <pc:sldMk cId="1739216923" sldId="343"/>
        </pc:sldMkLst>
        <pc:spChg chg="mod">
          <ac:chgData name="Nikhil Govil" userId="a9719a31b8046b64" providerId="LiveId" clId="{A989EC8C-9031-41AC-A0D6-9E6D86BB141F}" dt="2024-09-09T17:39:44.212" v="351" actId="20577"/>
          <ac:spMkLst>
            <pc:docMk/>
            <pc:sldMk cId="1739216923" sldId="343"/>
            <ac:spMk id="2" creationId="{00000000-0000-0000-0000-000000000000}"/>
          </ac:spMkLst>
        </pc:spChg>
        <pc:spChg chg="add del mod">
          <ac:chgData name="Nikhil Govil" userId="a9719a31b8046b64" providerId="LiveId" clId="{A989EC8C-9031-41AC-A0D6-9E6D86BB141F}" dt="2024-09-09T17:39:03.247" v="335" actId="478"/>
          <ac:spMkLst>
            <pc:docMk/>
            <pc:sldMk cId="1739216923" sldId="343"/>
            <ac:spMk id="4" creationId="{B1322124-8F51-3FA0-C36F-CF5E1C4C6481}"/>
          </ac:spMkLst>
        </pc:spChg>
        <pc:spChg chg="mod">
          <ac:chgData name="Nikhil Govil" userId="a9719a31b8046b64" providerId="LiveId" clId="{A989EC8C-9031-41AC-A0D6-9E6D86BB141F}" dt="2024-09-09T17:39:50.253" v="353" actId="1076"/>
          <ac:spMkLst>
            <pc:docMk/>
            <pc:sldMk cId="1739216923" sldId="343"/>
            <ac:spMk id="5" creationId="{00000000-0000-0000-0000-000000000000}"/>
          </ac:spMkLst>
        </pc:spChg>
        <pc:spChg chg="add mod">
          <ac:chgData name="Nikhil Govil" userId="a9719a31b8046b64" providerId="LiveId" clId="{A989EC8C-9031-41AC-A0D6-9E6D86BB141F}" dt="2024-09-09T17:38:55.386" v="334"/>
          <ac:spMkLst>
            <pc:docMk/>
            <pc:sldMk cId="1739216923" sldId="343"/>
            <ac:spMk id="6" creationId="{46C15317-E9E8-DBEC-264D-FEED3F7FBDCD}"/>
          </ac:spMkLst>
        </pc:spChg>
      </pc:sldChg>
      <pc:sldChg chg="modSp add mod modAnim">
        <pc:chgData name="Nikhil Govil" userId="a9719a31b8046b64" providerId="LiveId" clId="{A989EC8C-9031-41AC-A0D6-9E6D86BB141F}" dt="2024-09-09T17:42:12.859" v="405"/>
        <pc:sldMkLst>
          <pc:docMk/>
          <pc:sldMk cId="1452475627" sldId="344"/>
        </pc:sldMkLst>
        <pc:spChg chg="mod">
          <ac:chgData name="Nikhil Govil" userId="a9719a31b8046b64" providerId="LiveId" clId="{A989EC8C-9031-41AC-A0D6-9E6D86BB141F}" dt="2024-09-09T17:41:13.097" v="395" actId="6549"/>
          <ac:spMkLst>
            <pc:docMk/>
            <pc:sldMk cId="1452475627" sldId="344"/>
            <ac:spMk id="2" creationId="{00000000-0000-0000-0000-000000000000}"/>
          </ac:spMkLst>
        </pc:spChg>
        <pc:spChg chg="mod">
          <ac:chgData name="Nikhil Govil" userId="a9719a31b8046b64" providerId="LiveId" clId="{A989EC8C-9031-41AC-A0D6-9E6D86BB141F}" dt="2024-09-09T17:41:32.545" v="403" actId="1076"/>
          <ac:spMkLst>
            <pc:docMk/>
            <pc:sldMk cId="1452475627" sldId="344"/>
            <ac:spMk id="5" creationId="{00000000-0000-0000-0000-000000000000}"/>
          </ac:spMkLst>
        </pc:spChg>
      </pc:sldChg>
      <pc:sldChg chg="modSp add mod modAnim">
        <pc:chgData name="Nikhil Govil" userId="a9719a31b8046b64" providerId="LiveId" clId="{A989EC8C-9031-41AC-A0D6-9E6D86BB141F}" dt="2024-09-09T17:43:51.256" v="418" actId="20577"/>
        <pc:sldMkLst>
          <pc:docMk/>
          <pc:sldMk cId="3902226335" sldId="345"/>
        </pc:sldMkLst>
        <pc:spChg chg="mod">
          <ac:chgData name="Nikhil Govil" userId="a9719a31b8046b64" providerId="LiveId" clId="{A989EC8C-9031-41AC-A0D6-9E6D86BB141F}" dt="2024-09-09T17:40:48.289" v="382" actId="20577"/>
          <ac:spMkLst>
            <pc:docMk/>
            <pc:sldMk cId="3902226335" sldId="345"/>
            <ac:spMk id="2" creationId="{00000000-0000-0000-0000-000000000000}"/>
          </ac:spMkLst>
        </pc:spChg>
        <pc:spChg chg="mod">
          <ac:chgData name="Nikhil Govil" userId="a9719a31b8046b64" providerId="LiveId" clId="{A989EC8C-9031-41AC-A0D6-9E6D86BB141F}" dt="2024-09-09T17:43:51.256" v="418" actId="20577"/>
          <ac:spMkLst>
            <pc:docMk/>
            <pc:sldMk cId="3902226335" sldId="345"/>
            <ac:spMk id="5" creationId="{00000000-0000-0000-0000-000000000000}"/>
          </ac:spMkLst>
        </pc:spChg>
      </pc:sldChg>
      <pc:sldChg chg="modSp add mod modAnim">
        <pc:chgData name="Nikhil Govil" userId="a9719a31b8046b64" providerId="LiveId" clId="{A989EC8C-9031-41AC-A0D6-9E6D86BB141F}" dt="2024-09-09T17:43:33.446" v="409" actId="6549"/>
        <pc:sldMkLst>
          <pc:docMk/>
          <pc:sldMk cId="1601693439" sldId="346"/>
        </pc:sldMkLst>
        <pc:spChg chg="mod">
          <ac:chgData name="Nikhil Govil" userId="a9719a31b8046b64" providerId="LiveId" clId="{A989EC8C-9031-41AC-A0D6-9E6D86BB141F}" dt="2024-09-09T17:40:10.941" v="367" actId="6549"/>
          <ac:spMkLst>
            <pc:docMk/>
            <pc:sldMk cId="1601693439" sldId="346"/>
            <ac:spMk id="2" creationId="{00000000-0000-0000-0000-000000000000}"/>
          </ac:spMkLst>
        </pc:spChg>
        <pc:spChg chg="mod">
          <ac:chgData name="Nikhil Govil" userId="a9719a31b8046b64" providerId="LiveId" clId="{A989EC8C-9031-41AC-A0D6-9E6D86BB141F}" dt="2024-09-09T17:43:33.446" v="409" actId="6549"/>
          <ac:spMkLst>
            <pc:docMk/>
            <pc:sldMk cId="1601693439" sldId="346"/>
            <ac:spMk id="5" creationId="{00000000-0000-0000-0000-000000000000}"/>
          </ac:spMkLst>
        </pc:spChg>
      </pc:sldChg>
      <pc:sldChg chg="modSp add mod modAnim">
        <pc:chgData name="Nikhil Govil" userId="a9719a31b8046b64" providerId="LiveId" clId="{A989EC8C-9031-41AC-A0D6-9E6D86BB141F}" dt="2024-09-09T17:42:23.600" v="408"/>
        <pc:sldMkLst>
          <pc:docMk/>
          <pc:sldMk cId="2617274513" sldId="347"/>
        </pc:sldMkLst>
        <pc:spChg chg="mod">
          <ac:chgData name="Nikhil Govil" userId="a9719a31b8046b64" providerId="LiveId" clId="{A989EC8C-9031-41AC-A0D6-9E6D86BB141F}" dt="2024-09-09T17:39:54.632" v="359" actId="6549"/>
          <ac:spMkLst>
            <pc:docMk/>
            <pc:sldMk cId="2617274513" sldId="347"/>
            <ac:spMk id="2" creationId="{00000000-0000-0000-0000-000000000000}"/>
          </ac:spMkLst>
        </pc:spChg>
        <pc:spChg chg="mod">
          <ac:chgData name="Nikhil Govil" userId="a9719a31b8046b64" providerId="LiveId" clId="{A989EC8C-9031-41AC-A0D6-9E6D86BB141F}" dt="2024-09-09T17:40:36.097" v="375" actId="12"/>
          <ac:spMkLst>
            <pc:docMk/>
            <pc:sldMk cId="2617274513" sldId="347"/>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9/9/2024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oftwaretestinghelp.com/agile-estimation-technique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81315" y="2099325"/>
            <a:ext cx="8829368"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Agile Estimation</a:t>
            </a:r>
          </a:p>
        </p:txBody>
      </p:sp>
      <p:sp>
        <p:nvSpPr>
          <p:cNvPr id="8" name="Subtitle 2"/>
          <p:cNvSpPr txBox="1">
            <a:spLocks/>
          </p:cNvSpPr>
          <p:nvPr/>
        </p:nvSpPr>
        <p:spPr>
          <a:xfrm>
            <a:off x="1523999" y="1438788"/>
            <a:ext cx="9144000" cy="6819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1279" y="109031"/>
            <a:ext cx="2369122" cy="1347113"/>
          </a:xfrm>
          <a:prstGeom prst="rect">
            <a:avLst/>
          </a:prstGeom>
        </p:spPr>
      </p:pic>
      <p:pic>
        <p:nvPicPr>
          <p:cNvPr id="2" name="Picture 1">
            <a:extLst>
              <a:ext uri="{FF2B5EF4-FFF2-40B4-BE49-F238E27FC236}">
                <a16:creationId xmlns:a16="http://schemas.microsoft.com/office/drawing/2014/main" id="{B159005D-41A8-450D-0208-F08AB5422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2601" y="2875001"/>
            <a:ext cx="4926795" cy="2655309"/>
          </a:xfrm>
          <a:prstGeom prst="rect">
            <a:avLst/>
          </a:prstGeom>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Agile Estimation</a:t>
            </a:r>
          </a:p>
        </p:txBody>
      </p:sp>
      <p:sp>
        <p:nvSpPr>
          <p:cNvPr id="5" name="Content Placeholder 2"/>
          <p:cNvSpPr>
            <a:spLocks noGrp="1"/>
          </p:cNvSpPr>
          <p:nvPr>
            <p:ph idx="1"/>
          </p:nvPr>
        </p:nvSpPr>
        <p:spPr>
          <a:xfrm>
            <a:off x="792725" y="1209642"/>
            <a:ext cx="10991235" cy="5338642"/>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There are three main concepts related to Agile estimation:</a:t>
            </a:r>
          </a:p>
          <a:p>
            <a:pPr algn="just"/>
            <a:r>
              <a:rPr lang="en-US" sz="3200" dirty="0">
                <a:solidFill>
                  <a:srgbClr val="FF0000"/>
                </a:solidFill>
                <a:latin typeface="Times New Roman" panose="02020603050405020304" pitchFamily="18" charset="0"/>
                <a:cs typeface="Times New Roman" panose="02020603050405020304" pitchFamily="18" charset="0"/>
              </a:rPr>
              <a:t>Estimation of Size: </a:t>
            </a:r>
          </a:p>
          <a:p>
            <a:pPr marL="0" indent="0" algn="just">
              <a:buNone/>
            </a:pPr>
            <a:r>
              <a:rPr lang="en-US" sz="3200" dirty="0">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It gives a high-level estimate for the work item, typically measured using a neutral unit such as points.</a:t>
            </a:r>
          </a:p>
          <a:p>
            <a:pPr algn="just"/>
            <a:r>
              <a:rPr lang="en-US" sz="3200" dirty="0">
                <a:solidFill>
                  <a:srgbClr val="FF0000"/>
                </a:solidFill>
                <a:latin typeface="Times New Roman" panose="02020603050405020304" pitchFamily="18" charset="0"/>
                <a:cs typeface="Times New Roman" panose="02020603050405020304" pitchFamily="18" charset="0"/>
              </a:rPr>
              <a:t>Velocity: </a:t>
            </a:r>
          </a:p>
          <a:p>
            <a:pPr marL="0" indent="0" algn="just">
              <a:buNone/>
            </a:pPr>
            <a:r>
              <a:rPr lang="en-US" sz="3200" dirty="0">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It tells us how many points this project team can deliver with in an iteration / Sprint.</a:t>
            </a:r>
          </a:p>
          <a:p>
            <a:pPr algn="just"/>
            <a:r>
              <a:rPr lang="en-US" sz="3200" dirty="0">
                <a:solidFill>
                  <a:srgbClr val="FF0000"/>
                </a:solidFill>
                <a:latin typeface="Times New Roman" panose="02020603050405020304" pitchFamily="18" charset="0"/>
                <a:cs typeface="Times New Roman" panose="02020603050405020304" pitchFamily="18" charset="0"/>
              </a:rPr>
              <a:t>Estimation of Effort: </a:t>
            </a:r>
          </a:p>
          <a:p>
            <a:pPr marL="0" indent="0" algn="just">
              <a:buNone/>
            </a:pPr>
            <a:r>
              <a:rPr lang="en-US" sz="3200" dirty="0">
                <a:latin typeface="Times New Roman" panose="02020603050405020304" pitchFamily="18" charset="0"/>
                <a:cs typeface="Times New Roman" panose="02020603050405020304" pitchFamily="18" charset="0"/>
              </a:rPr>
              <a:t>	</a:t>
            </a:r>
            <a:r>
              <a:rPr lang="en-US" sz="3200" dirty="0">
                <a:solidFill>
                  <a:srgbClr val="002060"/>
                </a:solidFill>
                <a:latin typeface="Times New Roman" panose="02020603050405020304" pitchFamily="18" charset="0"/>
                <a:cs typeface="Times New Roman" panose="02020603050405020304" pitchFamily="18" charset="0"/>
              </a:rPr>
              <a:t>The estimation of effort indicates how long it will take the team member(s) to complete the assigned work item(s).</a:t>
            </a:r>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1DF6BE6D-34F9-BFFA-FA93-00D86C175560}"/>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321678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Agile Estimation Techniques</a:t>
            </a:r>
          </a:p>
        </p:txBody>
      </p:sp>
      <p:sp>
        <p:nvSpPr>
          <p:cNvPr id="5" name="Content Placeholder 2"/>
          <p:cNvSpPr>
            <a:spLocks noGrp="1"/>
          </p:cNvSpPr>
          <p:nvPr>
            <p:ph idx="1"/>
          </p:nvPr>
        </p:nvSpPr>
        <p:spPr>
          <a:xfrm>
            <a:off x="792725" y="1883270"/>
            <a:ext cx="10691352" cy="3704881"/>
          </a:xfrm>
        </p:spPr>
        <p:txBody>
          <a:bodyPr>
            <a:normAutofit/>
          </a:bodyPr>
          <a:lstStyle/>
          <a:p>
            <a:pPr algn="just"/>
            <a:r>
              <a:rPr lang="en-US" sz="3200" dirty="0">
                <a:latin typeface="Times New Roman" panose="02020603050405020304" pitchFamily="18" charset="0"/>
                <a:cs typeface="Times New Roman" panose="02020603050405020304" pitchFamily="18" charset="0"/>
              </a:rPr>
              <a:t>Agile estimation is done for proper planning, management and estimating the total efforts required for implementing the requirements. </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 poorly estimated project may result as delivering the undesired product and thereby leaving the customer unsatisfied.</a:t>
            </a:r>
          </a:p>
        </p:txBody>
      </p:sp>
      <p:pic>
        <p:nvPicPr>
          <p:cNvPr id="3" name="Picture 2" descr="C:\Users\User\Desktop\NAAC\gla-full.png">
            <a:extLst>
              <a:ext uri="{FF2B5EF4-FFF2-40B4-BE49-F238E27FC236}">
                <a16:creationId xmlns:a16="http://schemas.microsoft.com/office/drawing/2014/main" id="{EF85A066-FE66-925B-CE04-0769F17C92DE}"/>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92795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Agile Estimation Techniques</a:t>
            </a:r>
          </a:p>
        </p:txBody>
      </p:sp>
      <p:sp>
        <p:nvSpPr>
          <p:cNvPr id="5" name="Content Placeholder 2"/>
          <p:cNvSpPr>
            <a:spLocks noGrp="1"/>
          </p:cNvSpPr>
          <p:nvPr>
            <p:ph idx="1"/>
          </p:nvPr>
        </p:nvSpPr>
        <p:spPr>
          <a:xfrm>
            <a:off x="792725" y="1457054"/>
            <a:ext cx="10991235" cy="5091230"/>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There are many techniques for doing estimations in an Agile Project. Some of the popular &amp; widely used techniques are:</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solidFill>
                  <a:srgbClr val="00B0F0"/>
                </a:solidFill>
                <a:latin typeface="Times New Roman" panose="02020603050405020304" pitchFamily="18" charset="0"/>
                <a:cs typeface="Times New Roman" panose="02020603050405020304" pitchFamily="18" charset="0"/>
              </a:rPr>
              <a:t>Planning Poker</a:t>
            </a:r>
          </a:p>
          <a:p>
            <a:pPr algn="just"/>
            <a:r>
              <a:rPr lang="en-US" sz="3200" dirty="0">
                <a:solidFill>
                  <a:srgbClr val="00B0F0"/>
                </a:solidFill>
                <a:latin typeface="Times New Roman" panose="02020603050405020304" pitchFamily="18" charset="0"/>
                <a:cs typeface="Times New Roman" panose="02020603050405020304" pitchFamily="18" charset="0"/>
              </a:rPr>
              <a:t>T-Shirt Sizes</a:t>
            </a:r>
          </a:p>
          <a:p>
            <a:pPr algn="just"/>
            <a:r>
              <a:rPr lang="en-US" sz="3200" dirty="0">
                <a:solidFill>
                  <a:srgbClr val="00B0F0"/>
                </a:solidFill>
                <a:latin typeface="Times New Roman" panose="02020603050405020304" pitchFamily="18" charset="0"/>
                <a:cs typeface="Times New Roman" panose="02020603050405020304" pitchFamily="18" charset="0"/>
              </a:rPr>
              <a:t>Dot Voting</a:t>
            </a:r>
          </a:p>
          <a:p>
            <a:pPr algn="just"/>
            <a:r>
              <a:rPr lang="en-US" sz="3200" dirty="0">
                <a:solidFill>
                  <a:srgbClr val="00B0F0"/>
                </a:solidFill>
                <a:latin typeface="Times New Roman" panose="02020603050405020304" pitchFamily="18" charset="0"/>
                <a:cs typeface="Times New Roman" panose="02020603050405020304" pitchFamily="18" charset="0"/>
              </a:rPr>
              <a:t>The Bucket System</a:t>
            </a:r>
          </a:p>
          <a:p>
            <a:pPr algn="just"/>
            <a:r>
              <a:rPr lang="en-US" sz="3200" dirty="0">
                <a:solidFill>
                  <a:srgbClr val="00B0F0"/>
                </a:solidFill>
                <a:latin typeface="Times New Roman" panose="02020603050405020304" pitchFamily="18" charset="0"/>
                <a:cs typeface="Times New Roman" panose="02020603050405020304" pitchFamily="18" charset="0"/>
              </a:rPr>
              <a:t>Ordering Method.</a:t>
            </a:r>
          </a:p>
        </p:txBody>
      </p:sp>
      <p:pic>
        <p:nvPicPr>
          <p:cNvPr id="3" name="Picture 2" descr="C:\Users\User\Desktop\NAAC\gla-full.png">
            <a:extLst>
              <a:ext uri="{FF2B5EF4-FFF2-40B4-BE49-F238E27FC236}">
                <a16:creationId xmlns:a16="http://schemas.microsoft.com/office/drawing/2014/main" id="{CB060F81-15D9-5240-1BB3-A93565D9D5C8}"/>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40744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anim calcmode="lin" valueType="num">
                                      <p:cBhvr additive="base">
                                        <p:cTn id="1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 calcmode="lin" valueType="num">
                                      <p:cBhvr additive="base">
                                        <p:cTn id="1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 calcmode="lin" valueType="num">
                                      <p:cBhvr additive="base">
                                        <p:cTn id="2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Planning Poker</a:t>
            </a:r>
          </a:p>
        </p:txBody>
      </p:sp>
      <p:sp>
        <p:nvSpPr>
          <p:cNvPr id="5" name="Content Placeholder 2"/>
          <p:cNvSpPr>
            <a:spLocks noGrp="1"/>
          </p:cNvSpPr>
          <p:nvPr>
            <p:ph idx="1"/>
          </p:nvPr>
        </p:nvSpPr>
        <p:spPr>
          <a:xfrm>
            <a:off x="792725" y="1366685"/>
            <a:ext cx="10991235" cy="5083278"/>
          </a:xfrm>
        </p:spPr>
        <p:txBody>
          <a:bodyPr>
            <a:noAutofit/>
          </a:bodyPr>
          <a:lstStyle/>
          <a:p>
            <a:pPr algn="just"/>
            <a:r>
              <a:rPr lang="en-US" sz="2600" dirty="0">
                <a:latin typeface="Times New Roman" panose="02020603050405020304" pitchFamily="18" charset="0"/>
                <a:cs typeface="Times New Roman" panose="02020603050405020304" pitchFamily="18" charset="0"/>
              </a:rPr>
              <a:t>In this, all the estimators sit in a round circle for the Planning Poker session.</a:t>
            </a:r>
          </a:p>
          <a:p>
            <a:pPr algn="just"/>
            <a:r>
              <a:rPr lang="en-US" sz="2600" dirty="0">
                <a:latin typeface="Times New Roman" panose="02020603050405020304" pitchFamily="18" charset="0"/>
                <a:cs typeface="Times New Roman" panose="02020603050405020304" pitchFamily="18" charset="0"/>
              </a:rPr>
              <a:t>Each estimator is having a set of Planning Poker Cards of values: 0,1/2, 1,2,3,5,8,13,20,40,100 and ?. These values represent story points or measure in which the team estimates.</a:t>
            </a:r>
          </a:p>
          <a:p>
            <a:pPr algn="just"/>
            <a:r>
              <a:rPr lang="en-US" sz="2600" dirty="0">
                <a:latin typeface="Times New Roman" panose="02020603050405020304" pitchFamily="18" charset="0"/>
                <a:cs typeface="Times New Roman" panose="02020603050405020304" pitchFamily="18" charset="0"/>
              </a:rPr>
              <a:t>At the start of the session, the product owner/customer reads out the US, describing all its features and requirements.</a:t>
            </a:r>
          </a:p>
          <a:p>
            <a:pPr algn="just"/>
            <a:r>
              <a:rPr lang="en-US" sz="2600" dirty="0">
                <a:latin typeface="Times New Roman" panose="02020603050405020304" pitchFamily="18" charset="0"/>
                <a:cs typeface="Times New Roman" panose="02020603050405020304" pitchFamily="18" charset="0"/>
              </a:rPr>
              <a:t>After the discussions, all estimators are asked to select one card to estimate the US. If all estimators give same value, then that becomes the final estimate.</a:t>
            </a:r>
          </a:p>
          <a:p>
            <a:pPr algn="just"/>
            <a:r>
              <a:rPr lang="en-US" sz="2600" dirty="0">
                <a:latin typeface="Times New Roman" panose="02020603050405020304" pitchFamily="18" charset="0"/>
                <a:cs typeface="Times New Roman" panose="02020603050405020304" pitchFamily="18" charset="0"/>
              </a:rPr>
              <a:t>If values are different then the estimators giving highest &amp; lowest values explain their opinions &amp; why they chose this value, until a consensus is achieved.</a:t>
            </a:r>
          </a:p>
        </p:txBody>
      </p:sp>
      <p:pic>
        <p:nvPicPr>
          <p:cNvPr id="3" name="Picture 2" descr="C:\Users\User\Desktop\NAAC\gla-full.png">
            <a:extLst>
              <a:ext uri="{FF2B5EF4-FFF2-40B4-BE49-F238E27FC236}">
                <a16:creationId xmlns:a16="http://schemas.microsoft.com/office/drawing/2014/main" id="{808DDDDD-59B3-903B-F14B-90F58A8CF563}"/>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44293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Planning Poker</a:t>
            </a:r>
          </a:p>
        </p:txBody>
      </p:sp>
      <p:pic>
        <p:nvPicPr>
          <p:cNvPr id="1026" name="Picture 2" descr="Planning Po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213" y="1722525"/>
            <a:ext cx="9322846" cy="45602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User\Desktop\NAAC\gla-full.png">
            <a:extLst>
              <a:ext uri="{FF2B5EF4-FFF2-40B4-BE49-F238E27FC236}">
                <a16:creationId xmlns:a16="http://schemas.microsoft.com/office/drawing/2014/main" id="{75A95677-6002-542E-075B-1FCA826B1D02}"/>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71344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 – Shirt Sizes</a:t>
            </a:r>
          </a:p>
        </p:txBody>
      </p:sp>
      <p:sp>
        <p:nvSpPr>
          <p:cNvPr id="5" name="Content Placeholder 2"/>
          <p:cNvSpPr>
            <a:spLocks noGrp="1"/>
          </p:cNvSpPr>
          <p:nvPr>
            <p:ph idx="1"/>
          </p:nvPr>
        </p:nvSpPr>
        <p:spPr>
          <a:xfrm>
            <a:off x="792725" y="1209641"/>
            <a:ext cx="10991235" cy="5486127"/>
          </a:xfrm>
        </p:spPr>
        <p:txBody>
          <a:bodyPr>
            <a:noAutofit/>
          </a:bodyPr>
          <a:lstStyle/>
          <a:p>
            <a:pPr algn="just"/>
            <a:r>
              <a:rPr lang="en-US" sz="2600" dirty="0">
                <a:latin typeface="Times New Roman" panose="02020603050405020304" pitchFamily="18" charset="0"/>
                <a:cs typeface="Times New Roman" panose="02020603050405020304" pitchFamily="18" charset="0"/>
              </a:rPr>
              <a:t>Just as in the case of T-shirts, sizes as: XS (Extra Small), S (Small), M (Medium), L (Large), XL (Extra Large). A similar approach is followed here. Items are estimated in T-shirt sizes.</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This is a perfect technique to give a rough estimation of the large backlog of items.</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Useful when quick &amp; rough estimation needs to be done. Later these sizes can be converted into numbers as per the requirement.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A relative size (mostly Medium) is decided after mutual discussion &amp; agreement of the team members or estimators. Then, the numbers are assigned to the items according to the relative size that is assigned to Medium size.</a:t>
            </a:r>
          </a:p>
        </p:txBody>
      </p:sp>
      <p:pic>
        <p:nvPicPr>
          <p:cNvPr id="3" name="Picture 2" descr="C:\Users\User\Desktop\NAAC\gla-full.png">
            <a:extLst>
              <a:ext uri="{FF2B5EF4-FFF2-40B4-BE49-F238E27FC236}">
                <a16:creationId xmlns:a16="http://schemas.microsoft.com/office/drawing/2014/main" id="{A47EBAF4-94BF-B8DD-B882-55E8EFE3B796}"/>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79389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 – Shirt Sizes</a:t>
            </a:r>
          </a:p>
        </p:txBody>
      </p:sp>
      <p:pic>
        <p:nvPicPr>
          <p:cNvPr id="2050" name="Picture 2" descr="Using T-shirt sizes to estimate user stories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044" y="1663533"/>
            <a:ext cx="8554065" cy="480901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User\Desktop\NAAC\gla-full.png">
            <a:extLst>
              <a:ext uri="{FF2B5EF4-FFF2-40B4-BE49-F238E27FC236}">
                <a16:creationId xmlns:a16="http://schemas.microsoft.com/office/drawing/2014/main" id="{F89E0C72-1296-6CAD-7712-198C990CA734}"/>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90117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Dot Voting</a:t>
            </a:r>
          </a:p>
        </p:txBody>
      </p:sp>
      <p:sp>
        <p:nvSpPr>
          <p:cNvPr id="5" name="Content Placeholder 2"/>
          <p:cNvSpPr>
            <a:spLocks noGrp="1"/>
          </p:cNvSpPr>
          <p:nvPr>
            <p:ph idx="1"/>
          </p:nvPr>
        </p:nvSpPr>
        <p:spPr>
          <a:xfrm>
            <a:off x="792725" y="1209641"/>
            <a:ext cx="10991235" cy="5427133"/>
          </a:xfrm>
        </p:spPr>
        <p:txBody>
          <a:bodyPr>
            <a:noAutofit/>
          </a:bodyPr>
          <a:lstStyle/>
          <a:p>
            <a:pPr algn="just"/>
            <a:r>
              <a:rPr lang="en-US" dirty="0">
                <a:latin typeface="Times New Roman" panose="02020603050405020304" pitchFamily="18" charset="0"/>
                <a:cs typeface="Times New Roman" panose="02020603050405020304" pitchFamily="18" charset="0"/>
              </a:rPr>
              <a:t>This is basically a ranking method to decide the order of the Product Backlog from the highest priority stories to lowest priority stories.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start with this, post all the user stories along with their description on the wall or board using yellow stickies.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All stakeholders are given 4 to 5 dots (mostly in the form of stickers, pens or markers can also be used to make dot).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Product Owner orders the product backlog items from the most preferred (one with most no. of dots) to the least preferred (one with least no. of dots).</a:t>
            </a:r>
          </a:p>
        </p:txBody>
      </p:sp>
      <p:pic>
        <p:nvPicPr>
          <p:cNvPr id="3" name="Picture 2" descr="C:\Users\User\Desktop\NAAC\gla-full.png">
            <a:extLst>
              <a:ext uri="{FF2B5EF4-FFF2-40B4-BE49-F238E27FC236}">
                <a16:creationId xmlns:a16="http://schemas.microsoft.com/office/drawing/2014/main" id="{1A3CBDA9-BA7A-3D1B-2C12-8818A543424D}"/>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80042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Dot Voting</a:t>
            </a:r>
          </a:p>
        </p:txBody>
      </p:sp>
      <p:pic>
        <p:nvPicPr>
          <p:cNvPr id="6" name="Picture 2" descr="Experimenting in the Enterprise Agile 2013 Confer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7240" y="1209642"/>
            <a:ext cx="6794500" cy="51012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User\Desktop\NAAC\gla-full.png">
            <a:extLst>
              <a:ext uri="{FF2B5EF4-FFF2-40B4-BE49-F238E27FC236}">
                <a16:creationId xmlns:a16="http://schemas.microsoft.com/office/drawing/2014/main" id="{A98F494F-2F32-B61A-AD6D-817F732FBCE7}"/>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05586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The Bucket System</a:t>
            </a:r>
          </a:p>
        </p:txBody>
      </p:sp>
      <p:sp>
        <p:nvSpPr>
          <p:cNvPr id="5" name="Content Placeholder 2"/>
          <p:cNvSpPr>
            <a:spLocks noGrp="1"/>
          </p:cNvSpPr>
          <p:nvPr>
            <p:ph idx="1"/>
          </p:nvPr>
        </p:nvSpPr>
        <p:spPr>
          <a:xfrm>
            <a:off x="600382" y="1567187"/>
            <a:ext cx="10991235" cy="5033843"/>
          </a:xfrm>
        </p:spPr>
        <p:txBody>
          <a:bodyPr>
            <a:noAutofit/>
          </a:bodyPr>
          <a:lstStyle/>
          <a:p>
            <a:pPr algn="just"/>
            <a:r>
              <a:rPr lang="en-US" dirty="0">
                <a:latin typeface="Times New Roman" panose="02020603050405020304" pitchFamily="18" charset="0"/>
                <a:cs typeface="Times New Roman" panose="02020603050405020304" pitchFamily="18" charset="0"/>
              </a:rPr>
              <a:t>It is a good technique when a large no. of items are to be estimated by large no. of participants.</a:t>
            </a:r>
          </a:p>
          <a:p>
            <a:pPr algn="just"/>
            <a:r>
              <a:rPr lang="en-US" dirty="0">
                <a:latin typeface="Times New Roman" panose="02020603050405020304" pitchFamily="18" charset="0"/>
                <a:cs typeface="Times New Roman" panose="02020603050405020304" pitchFamily="18" charset="0"/>
              </a:rPr>
              <a:t>Different buckets are created with values: 0,1,2,3,4,5,8,13,20,30,50,100, 200.</a:t>
            </a:r>
          </a:p>
          <a:p>
            <a:pPr algn="just"/>
            <a:r>
              <a:rPr lang="en-US" dirty="0">
                <a:latin typeface="Times New Roman" panose="02020603050405020304" pitchFamily="18" charset="0"/>
                <a:cs typeface="Times New Roman" panose="02020603050405020304" pitchFamily="18" charset="0"/>
              </a:rPr>
              <a:t>These buckets are nothing but cards representing values arranged sequentially on a table.</a:t>
            </a:r>
          </a:p>
          <a:p>
            <a:pPr algn="just"/>
            <a:r>
              <a:rPr lang="en-US" dirty="0">
                <a:latin typeface="Times New Roman" panose="02020603050405020304" pitchFamily="18" charset="0"/>
                <a:cs typeface="Times New Roman" panose="02020603050405020304" pitchFamily="18" charset="0"/>
              </a:rPr>
              <a:t>The stories need to be placed within these where the estimator finds them suitable. </a:t>
            </a:r>
          </a:p>
          <a:p>
            <a:pPr algn="just"/>
            <a:r>
              <a:rPr lang="en-US" dirty="0">
                <a:latin typeface="Times New Roman" panose="02020603050405020304" pitchFamily="18" charset="0"/>
                <a:cs typeface="Times New Roman" panose="02020603050405020304" pitchFamily="18" charset="0"/>
              </a:rPr>
              <a:t>Pick an story at random, discuss all its features and requirements with the group and  place it in the appropriate bucket.</a:t>
            </a:r>
          </a:p>
        </p:txBody>
      </p:sp>
      <p:pic>
        <p:nvPicPr>
          <p:cNvPr id="3" name="Picture 2" descr="C:\Users\User\Desktop\NAAC\gla-full.png">
            <a:extLst>
              <a:ext uri="{FF2B5EF4-FFF2-40B4-BE49-F238E27FC236}">
                <a16:creationId xmlns:a16="http://schemas.microsoft.com/office/drawing/2014/main" id="{52F0374F-2C4B-DB3B-7ADE-24420CCA6A17}"/>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91341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2"/>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The Bucket System</a:t>
            </a:r>
          </a:p>
        </p:txBody>
      </p:sp>
      <p:pic>
        <p:nvPicPr>
          <p:cNvPr id="4100" name="Picture 4" descr="the-bucket-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706" y="1721875"/>
            <a:ext cx="10489791" cy="43397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User\Desktop\NAAC\gla-full.png">
            <a:extLst>
              <a:ext uri="{FF2B5EF4-FFF2-40B4-BE49-F238E27FC236}">
                <a16:creationId xmlns:a16="http://schemas.microsoft.com/office/drawing/2014/main" id="{7BAD9EC5-2CDA-7F1B-D644-414525BBD8F0}"/>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75179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randombar(horizontal)">
                                      <p:cBhvr>
                                        <p:cTn id="7"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Ordering Method</a:t>
            </a:r>
          </a:p>
        </p:txBody>
      </p:sp>
      <p:sp>
        <p:nvSpPr>
          <p:cNvPr id="5" name="Content Placeholder 2"/>
          <p:cNvSpPr>
            <a:spLocks noGrp="1"/>
          </p:cNvSpPr>
          <p:nvPr>
            <p:ph idx="1"/>
          </p:nvPr>
        </p:nvSpPr>
        <p:spPr>
          <a:xfrm>
            <a:off x="792725" y="1327628"/>
            <a:ext cx="10991235" cy="5122333"/>
          </a:xfrm>
        </p:spPr>
        <p:txBody>
          <a:bodyPr>
            <a:noAutofit/>
          </a:bodyPr>
          <a:lstStyle/>
          <a:p>
            <a:pPr algn="just"/>
            <a:r>
              <a:rPr lang="en-US" sz="2600" dirty="0">
                <a:latin typeface="Times New Roman" panose="02020603050405020304" pitchFamily="18" charset="0"/>
                <a:cs typeface="Times New Roman" panose="02020603050405020304" pitchFamily="18" charset="0"/>
              </a:rPr>
              <a:t>A good technique when large no. of items and small no. of people are there.</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It gives accurate relative sizes for the product backlog items.</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A scale is prepared ranging from low to high. All the items are placed randomly on it. Each participant is asked to move any one item on the scale, at one time.</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This continues until all the participants are satisfied and don’t want to move any item on the scale.</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This also gives the priority order of the Product Backlog items.</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43067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Ordering Method</a:t>
            </a:r>
          </a:p>
        </p:txBody>
      </p:sp>
      <p:pic>
        <p:nvPicPr>
          <p:cNvPr id="8194" name="Picture 2" descr="Top 7 Most Popular Agile Estimation Methods for User Stories | by Warren  Lynch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465" y="2209696"/>
            <a:ext cx="10289112" cy="374865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C:\Users\User\Desktop\NAAC\gla-full.png">
            <a:extLst>
              <a:ext uri="{FF2B5EF4-FFF2-40B4-BE49-F238E27FC236}">
                <a16:creationId xmlns:a16="http://schemas.microsoft.com/office/drawing/2014/main" id="{A64C2532-E8AE-593B-C3B1-516AA0347EF5}"/>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378707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randombar(horizontal)">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User Story 1</a:t>
            </a:r>
          </a:p>
        </p:txBody>
      </p:sp>
      <p:sp>
        <p:nvSpPr>
          <p:cNvPr id="5" name="Content Placeholder 2"/>
          <p:cNvSpPr>
            <a:spLocks noGrp="1"/>
          </p:cNvSpPr>
          <p:nvPr>
            <p:ph idx="1"/>
          </p:nvPr>
        </p:nvSpPr>
        <p:spPr>
          <a:xfrm>
            <a:off x="792725" y="1947061"/>
            <a:ext cx="10991235" cy="3834307"/>
          </a:xfrm>
        </p:spPr>
        <p:txBody>
          <a:bodyPr>
            <a:noAutofit/>
          </a:bodyPr>
          <a:lstStyle/>
          <a:p>
            <a:pPr marL="0" indent="0" algn="just">
              <a:buNone/>
            </a:pPr>
            <a:r>
              <a:rPr lang="en-US" sz="2600" dirty="0">
                <a:latin typeface="Times New Roman" panose="02020603050405020304" pitchFamily="18" charset="0"/>
                <a:cs typeface="Times New Roman" panose="02020603050405020304" pitchFamily="18" charset="0"/>
              </a:rPr>
              <a:t>As a user, I want to log in using my email and password so that I can access my account.</a:t>
            </a:r>
          </a:p>
          <a:p>
            <a:pPr algn="just"/>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Acceptance Criteria:</a:t>
            </a:r>
          </a:p>
          <a:p>
            <a:pPr algn="just"/>
            <a:r>
              <a:rPr lang="en-US" sz="2600" dirty="0">
                <a:latin typeface="Times New Roman" panose="02020603050405020304" pitchFamily="18" charset="0"/>
                <a:cs typeface="Times New Roman" panose="02020603050405020304" pitchFamily="18" charset="0"/>
              </a:rPr>
              <a:t>User can enter email and password.</a:t>
            </a:r>
          </a:p>
          <a:p>
            <a:pPr algn="just"/>
            <a:r>
              <a:rPr lang="en-US" sz="2600" dirty="0">
                <a:latin typeface="Times New Roman" panose="02020603050405020304" pitchFamily="18" charset="0"/>
                <a:cs typeface="Times New Roman" panose="02020603050405020304" pitchFamily="18" charset="0"/>
              </a:rPr>
              <a:t>User receives feedback for incorrect login details.</a:t>
            </a:r>
          </a:p>
          <a:p>
            <a:pPr algn="just"/>
            <a:r>
              <a:rPr lang="en-US" sz="2600" dirty="0">
                <a:latin typeface="Times New Roman" panose="02020603050405020304" pitchFamily="18" charset="0"/>
                <a:cs typeface="Times New Roman" panose="02020603050405020304" pitchFamily="18" charset="0"/>
              </a:rPr>
              <a:t>User is redirected to the dashboard after successful login.</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739216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User Story 2</a:t>
            </a:r>
          </a:p>
        </p:txBody>
      </p:sp>
      <p:sp>
        <p:nvSpPr>
          <p:cNvPr id="5" name="Content Placeholder 2"/>
          <p:cNvSpPr>
            <a:spLocks noGrp="1"/>
          </p:cNvSpPr>
          <p:nvPr>
            <p:ph idx="1"/>
          </p:nvPr>
        </p:nvSpPr>
        <p:spPr>
          <a:xfrm>
            <a:off x="792725" y="1986391"/>
            <a:ext cx="10991235" cy="4011288"/>
          </a:xfrm>
        </p:spPr>
        <p:txBody>
          <a:bodyPr>
            <a:noAutofit/>
          </a:bodyPr>
          <a:lstStyle/>
          <a:p>
            <a:pPr marL="0" indent="0" algn="just">
              <a:buNone/>
            </a:pPr>
            <a:r>
              <a:rPr lang="en-US" sz="2600" dirty="0">
                <a:latin typeface="Times New Roman" panose="02020603050405020304" pitchFamily="18" charset="0"/>
                <a:cs typeface="Times New Roman" panose="02020603050405020304" pitchFamily="18" charset="0"/>
              </a:rPr>
              <a:t>As a user, I want to reset my password so that I can regain access to my account if I forget it.</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Acceptance Criteria:</a:t>
            </a:r>
          </a:p>
          <a:p>
            <a:pPr algn="just"/>
            <a:r>
              <a:rPr lang="en-US" sz="2600" dirty="0">
                <a:latin typeface="Times New Roman" panose="02020603050405020304" pitchFamily="18" charset="0"/>
                <a:cs typeface="Times New Roman" panose="02020603050405020304" pitchFamily="18" charset="0"/>
              </a:rPr>
              <a:t>User can request a password reset link.</a:t>
            </a:r>
          </a:p>
          <a:p>
            <a:pPr algn="just"/>
            <a:r>
              <a:rPr lang="en-US" sz="2600" dirty="0">
                <a:latin typeface="Times New Roman" panose="02020603050405020304" pitchFamily="18" charset="0"/>
                <a:cs typeface="Times New Roman" panose="02020603050405020304" pitchFamily="18" charset="0"/>
              </a:rPr>
              <a:t>User receives an email with the reset link.</a:t>
            </a:r>
          </a:p>
          <a:p>
            <a:pPr algn="just"/>
            <a:r>
              <a:rPr lang="en-US" sz="2600" dirty="0">
                <a:latin typeface="Times New Roman" panose="02020603050405020304" pitchFamily="18" charset="0"/>
                <a:cs typeface="Times New Roman" panose="02020603050405020304" pitchFamily="18" charset="0"/>
              </a:rPr>
              <a:t>User can set a new password.</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617274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User Story 3</a:t>
            </a:r>
          </a:p>
        </p:txBody>
      </p:sp>
      <p:sp>
        <p:nvSpPr>
          <p:cNvPr id="5" name="Content Placeholder 2"/>
          <p:cNvSpPr>
            <a:spLocks noGrp="1"/>
          </p:cNvSpPr>
          <p:nvPr>
            <p:ph idx="1"/>
          </p:nvPr>
        </p:nvSpPr>
        <p:spPr>
          <a:xfrm>
            <a:off x="694402" y="1858570"/>
            <a:ext cx="10991235" cy="3962127"/>
          </a:xfrm>
        </p:spPr>
        <p:txBody>
          <a:bodyPr>
            <a:noAutofit/>
          </a:bodyPr>
          <a:lstStyle/>
          <a:p>
            <a:pPr marL="0" indent="0" algn="just">
              <a:buNone/>
            </a:pPr>
            <a:r>
              <a:rPr lang="en-US" sz="2600" dirty="0">
                <a:latin typeface="Times New Roman" panose="02020603050405020304" pitchFamily="18" charset="0"/>
                <a:cs typeface="Times New Roman" panose="02020603050405020304" pitchFamily="18" charset="0"/>
              </a:rPr>
              <a:t>As a user, I want to view my profile details so that I can check my personal information.</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Acceptance Criteria:</a:t>
            </a:r>
          </a:p>
          <a:p>
            <a:pPr algn="just"/>
            <a:r>
              <a:rPr lang="en-US" sz="2600" dirty="0">
                <a:latin typeface="Times New Roman" panose="02020603050405020304" pitchFamily="18" charset="0"/>
                <a:cs typeface="Times New Roman" panose="02020603050405020304" pitchFamily="18" charset="0"/>
              </a:rPr>
              <a:t>User can access the profile page.</a:t>
            </a:r>
          </a:p>
          <a:p>
            <a:pPr algn="just"/>
            <a:r>
              <a:rPr lang="en-US" sz="2600" dirty="0">
                <a:latin typeface="Times New Roman" panose="02020603050405020304" pitchFamily="18" charset="0"/>
                <a:cs typeface="Times New Roman" panose="02020603050405020304" pitchFamily="18" charset="0"/>
              </a:rPr>
              <a:t>User can see name, email, and other personal details.</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601693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User Story 4</a:t>
            </a:r>
          </a:p>
        </p:txBody>
      </p:sp>
      <p:sp>
        <p:nvSpPr>
          <p:cNvPr id="5" name="Content Placeholder 2"/>
          <p:cNvSpPr>
            <a:spLocks noGrp="1"/>
          </p:cNvSpPr>
          <p:nvPr>
            <p:ph idx="1"/>
          </p:nvPr>
        </p:nvSpPr>
        <p:spPr>
          <a:xfrm>
            <a:off x="792725" y="1878235"/>
            <a:ext cx="10991235" cy="3794978"/>
          </a:xfrm>
        </p:spPr>
        <p:txBody>
          <a:bodyPr>
            <a:noAutofit/>
          </a:bodyPr>
          <a:lstStyle/>
          <a:p>
            <a:pPr marL="0" indent="0" algn="just">
              <a:buNone/>
            </a:pPr>
            <a:r>
              <a:rPr lang="en-US" sz="2600" dirty="0">
                <a:latin typeface="Times New Roman" panose="02020603050405020304" pitchFamily="18" charset="0"/>
                <a:cs typeface="Times New Roman" panose="02020603050405020304" pitchFamily="18" charset="0"/>
              </a:rPr>
              <a:t>As a user, I want to edit my profile information so that I can keep my details up to date.</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Acceptance Criteria:</a:t>
            </a:r>
          </a:p>
          <a:p>
            <a:pPr algn="just"/>
            <a:r>
              <a:rPr lang="en-US" sz="2600" dirty="0">
                <a:latin typeface="Times New Roman" panose="02020603050405020304" pitchFamily="18" charset="0"/>
                <a:cs typeface="Times New Roman" panose="02020603050405020304" pitchFamily="18" charset="0"/>
              </a:rPr>
              <a:t>User can edit fields like name, phone number</a:t>
            </a:r>
            <a:r>
              <a:rPr lang="en-US" sz="2600">
                <a:latin typeface="Times New Roman" panose="02020603050405020304" pitchFamily="18" charset="0"/>
                <a:cs typeface="Times New Roman" panose="02020603050405020304" pitchFamily="18" charset="0"/>
              </a:rPr>
              <a:t>, address, etc.</a:t>
            </a: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Changes are saved and reflected on the profile page.</a:t>
            </a:r>
          </a:p>
          <a:p>
            <a:pPr algn="just"/>
            <a:r>
              <a:rPr lang="en-US" sz="2600" dirty="0">
                <a:latin typeface="Times New Roman" panose="02020603050405020304" pitchFamily="18" charset="0"/>
                <a:cs typeface="Times New Roman" panose="02020603050405020304" pitchFamily="18" charset="0"/>
              </a:rPr>
              <a:t>User receives confirmation of successful update.</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902226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725" y="247411"/>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User Story 5</a:t>
            </a:r>
          </a:p>
        </p:txBody>
      </p:sp>
      <p:sp>
        <p:nvSpPr>
          <p:cNvPr id="5" name="Content Placeholder 2"/>
          <p:cNvSpPr>
            <a:spLocks noGrp="1"/>
          </p:cNvSpPr>
          <p:nvPr>
            <p:ph idx="1"/>
          </p:nvPr>
        </p:nvSpPr>
        <p:spPr>
          <a:xfrm>
            <a:off x="792725" y="1888067"/>
            <a:ext cx="10991235" cy="3834307"/>
          </a:xfrm>
        </p:spPr>
        <p:txBody>
          <a:bodyPr>
            <a:noAutofit/>
          </a:bodyPr>
          <a:lstStyle/>
          <a:p>
            <a:pPr marL="0" indent="0" algn="just">
              <a:buNone/>
            </a:pPr>
            <a:r>
              <a:rPr lang="en-US" sz="2600" dirty="0">
                <a:latin typeface="Times New Roman" panose="02020603050405020304" pitchFamily="18" charset="0"/>
                <a:cs typeface="Times New Roman" panose="02020603050405020304" pitchFamily="18" charset="0"/>
              </a:rPr>
              <a:t>As a user, I want to search for items on the website so that I can find specific products quickly.</a:t>
            </a:r>
          </a:p>
          <a:p>
            <a:pPr marL="0" indent="0" algn="just">
              <a:buNone/>
            </a:pP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Acceptance Criteria:</a:t>
            </a:r>
          </a:p>
          <a:p>
            <a:pPr algn="just"/>
            <a:r>
              <a:rPr lang="en-US" sz="2600" dirty="0">
                <a:latin typeface="Times New Roman" panose="02020603050405020304" pitchFamily="18" charset="0"/>
                <a:cs typeface="Times New Roman" panose="02020603050405020304" pitchFamily="18" charset="0"/>
              </a:rPr>
              <a:t>User can enter keywords in a search bar.</a:t>
            </a:r>
          </a:p>
          <a:p>
            <a:pPr algn="just"/>
            <a:r>
              <a:rPr lang="en-US" sz="2600" dirty="0">
                <a:latin typeface="Times New Roman" panose="02020603050405020304" pitchFamily="18" charset="0"/>
                <a:cs typeface="Times New Roman" panose="02020603050405020304" pitchFamily="18" charset="0"/>
              </a:rPr>
              <a:t>Results display items matching the keywords.</a:t>
            </a:r>
          </a:p>
          <a:p>
            <a:pPr algn="just"/>
            <a:r>
              <a:rPr lang="en-US" sz="2600" dirty="0">
                <a:latin typeface="Times New Roman" panose="02020603050405020304" pitchFamily="18" charset="0"/>
                <a:cs typeface="Times New Roman" panose="02020603050405020304" pitchFamily="18" charset="0"/>
              </a:rPr>
              <a:t>User can click on an item to view details.</a:t>
            </a:r>
          </a:p>
        </p:txBody>
      </p:sp>
      <p:pic>
        <p:nvPicPr>
          <p:cNvPr id="3" name="Picture 2" descr="C:\Users\User\Desktop\NAAC\gla-full.png">
            <a:extLst>
              <a:ext uri="{FF2B5EF4-FFF2-40B4-BE49-F238E27FC236}">
                <a16:creationId xmlns:a16="http://schemas.microsoft.com/office/drawing/2014/main" id="{818067F1-ED80-B316-5AA8-9D8BE800D76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452475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227492"/>
            <a:ext cx="8173065" cy="932733"/>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3" y="1324178"/>
            <a:ext cx="10972799" cy="4840647"/>
          </a:xfrm>
        </p:spPr>
        <p:txBody>
          <a:bodyPr>
            <a:normAutofit lnSpcReduction="10000"/>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a:p>
            <a:pPr algn="just"/>
            <a:r>
              <a:rPr lang="en-US" sz="3200" dirty="0">
                <a:latin typeface="Times New Roman" panose="02020603050405020304" pitchFamily="18" charset="0"/>
                <a:cs typeface="Times New Roman" panose="02020603050405020304" pitchFamily="18" charset="0"/>
                <a:hlinkClick r:id="rId2"/>
              </a:rPr>
              <a:t>https://www.softwaretestinghelp.com/agile-estimation-techniques/</a:t>
            </a:r>
            <a:r>
              <a:rPr lang="en-US" sz="3200" dirty="0">
                <a:latin typeface="Times New Roman" panose="02020603050405020304" pitchFamily="18" charset="0"/>
                <a:cs typeface="Times New Roman" panose="02020603050405020304" pitchFamily="18" charset="0"/>
              </a:rPr>
              <a:t>last accessed on 25/8/2024.</a:t>
            </a:r>
          </a:p>
        </p:txBody>
      </p:sp>
      <p:pic>
        <p:nvPicPr>
          <p:cNvPr id="5" name="Picture 4" descr="C:\Users\User\Desktop\NAAC\gla-full.png">
            <a:extLst>
              <a:ext uri="{FF2B5EF4-FFF2-40B4-BE49-F238E27FC236}">
                <a16:creationId xmlns:a16="http://schemas.microsoft.com/office/drawing/2014/main" id="{B4A466C0-8F23-4B22-EBC9-6D6DA1F4F3FF}"/>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404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ow To Write A Thank You Note In Five Easy Steps">
            <a:extLst>
              <a:ext uri="{FF2B5EF4-FFF2-40B4-BE49-F238E27FC236}">
                <a16:creationId xmlns:a16="http://schemas.microsoft.com/office/drawing/2014/main" id="{CAF25437-4356-1F3A-5238-4EFD81C62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202" y="1758103"/>
            <a:ext cx="5947595" cy="334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068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1290</TotalTime>
  <Words>1126</Words>
  <Application>Microsoft Office PowerPoint</Application>
  <PresentationFormat>Widescreen</PresentationFormat>
  <Paragraphs>107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Souvenir</vt:lpstr>
      <vt:lpstr>Times New Roman</vt:lpstr>
      <vt:lpstr>Office Theme</vt:lpstr>
      <vt:lpstr>PowerPoint Presentation</vt:lpstr>
      <vt:lpstr>Agile Estimation</vt:lpstr>
      <vt:lpstr>Agile Estimation Techniques</vt:lpstr>
      <vt:lpstr>Agile Estimation Techniques</vt:lpstr>
      <vt:lpstr>Planning Poker</vt:lpstr>
      <vt:lpstr>Planning Poker</vt:lpstr>
      <vt:lpstr>T – Shirt Sizes</vt:lpstr>
      <vt:lpstr>T – Shirt Sizes</vt:lpstr>
      <vt:lpstr>Dot Voting</vt:lpstr>
      <vt:lpstr>Dot Voting</vt:lpstr>
      <vt:lpstr>The Bucket System</vt:lpstr>
      <vt:lpstr>The Bucket System</vt:lpstr>
      <vt:lpstr>Ordering Method</vt:lpstr>
      <vt:lpstr>Ordering Method</vt:lpstr>
      <vt:lpstr>User Story 1</vt:lpstr>
      <vt:lpstr>User Story 2</vt:lpstr>
      <vt:lpstr>User Story 3</vt:lpstr>
      <vt:lpstr>User Story 4</vt:lpstr>
      <vt:lpstr>User Story 5</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Nikhil Govil</cp:lastModifiedBy>
  <cp:revision>777</cp:revision>
  <dcterms:created xsi:type="dcterms:W3CDTF">2020-08-05T08:53:59Z</dcterms:created>
  <dcterms:modified xsi:type="dcterms:W3CDTF">2024-09-09T17:43:52Z</dcterms:modified>
</cp:coreProperties>
</file>